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media/image13.svg" ContentType="image/svg+xml"/>
  <Override PartName="/ppt/media/image14.svg" ContentType="image/svg+xml"/>
  <Override PartName="/ppt/media/image15.svg" ContentType="image/svg+xml"/>
  <Override PartName="/ppt/media/image17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10"/>
    <p:sldId id="266" r:id="rId9"/>
    <p:sldId id="267" r:id="rId8"/>
    <p:sldId id="268" r:id="rId7"/>
    <p:sldId id="269" r:id="rId6"/>
    <p:sldId id="270" r:id="rId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</p:sldIdLst>
  <p:sldSz cx="12192000" cy="6858000"/>
  <p:notesSz cx="12192000" cy="685800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 Read Me" id="{0286A1F5-FBFF-492D-8EE9-EC94B7AD3073}">
          <p14:sldIdLst>
            <p14:sldId id="283"/>
          </p14:sldIdLst>
        </p14:section>
        <p14:section name="GENERAL CONTENT SLIDES" id="{12A41914-A8C7-4360-96C8-9661449E7322}">
          <p14:sldIdLst>
            <p14:sldId id="314"/>
            <p14:sldId id="317"/>
            <p14:sldId id="315"/>
            <p14:sldId id="316"/>
            <p14:sldId id="321"/>
          </p14:sldIdLst>
        </p14:section>
        <p14:section name="CASE STUDY" id="{6EAA5A5A-2CD7-4AED-8A7E-B1FA74641BFA}">
          <p14:sldIdLst>
            <p14:sldId id="324"/>
            <p14:sldId id="326"/>
          </p14:sldIdLst>
        </p14:section>
        <p14:section name="QUOTE SLIDE" id="{D4453866-B720-468D-A6B6-B095361A4099}">
          <p14:sldIdLst>
            <p14:sldId id="296"/>
          </p14:sldIdLst>
        </p14:section>
        <p14:section name="SAMPLE COVERS" id="{759E3D3F-CDC5-49C1-BA83-91CA84BB097A}">
          <p14:sldIdLst>
            <p14:sldId id="257"/>
            <p14:sldId id="276"/>
          </p14:sldIdLst>
        </p14:section>
        <p14:section name="AGENDA" id="{972E6273-CA5C-4D4B-8A3E-70D1E6E87CEB}">
          <p14:sldIdLst>
            <p14:sldId id="273"/>
            <p14:sldId id="322"/>
          </p14:sldIdLst>
        </p14:section>
        <p14:section name="DIVIDER OPTIONS" id="{ED82B2C5-3F9C-406B-A834-6843F4D27F2F}">
          <p14:sldIdLst>
            <p14:sldId id="285"/>
            <p14:sldId id="32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8B0E89E-501A-1242-950D-7CCD4B2C8256}" name="Jamie Bracewell" initials="JB" userId="S::jamie.bracewell@alithya.com::e61edae9-6720-46d1-b341-8544991fd8e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FF8"/>
    <a:srgbClr val="313131"/>
    <a:srgbClr val="B8C1CC"/>
    <a:srgbClr val="CDD6E3"/>
    <a:srgbClr val="FFFFFF"/>
    <a:srgbClr val="8C95A2"/>
    <a:srgbClr val="9FA9B6"/>
    <a:srgbClr val="000000"/>
    <a:srgbClr val="B8C3D0"/>
    <a:srgbClr val="0029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65"/>
    <p:restoredTop sz="94043"/>
  </p:normalViewPr>
  <p:slideViewPr>
    <p:cSldViewPr snapToGrid="0">
      <p:cViewPr varScale="1">
        <p:scale>
          <a:sx n="115" d="100"/>
          <a:sy n="115" d="100"/>
        </p:scale>
        <p:origin x="1200" y="19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5.xml"/><Relationship Id="rId6" Type="http://schemas.openxmlformats.org/officeDocument/2006/relationships/slide" Target="slides/slide14.xml"/><Relationship Id="rId7" Type="http://schemas.openxmlformats.org/officeDocument/2006/relationships/slide" Target="slides/slide13.xml"/><Relationship Id="rId8" Type="http://schemas.openxmlformats.org/officeDocument/2006/relationships/slide" Target="slides/slide12.xml"/><Relationship Id="rId9" Type="http://schemas.openxmlformats.org/officeDocument/2006/relationships/slide" Target="slides/slide11.xml"/><Relationship Id="rId10" Type="http://schemas.openxmlformats.org/officeDocument/2006/relationships/slide" Target="slides/slide10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8/10/relationships/authors" Target="authors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EBCD0-F350-BA46-B703-8D359020DC66}" type="datetimeFigureOut">
              <a:t>9/30/25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37748E-770F-684E-B745-0B2EC44ABB4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901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9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Relationship Id="rId3" Type="http://schemas.openxmlformats.org/officeDocument/2006/relationships/image" Target="../media/image5.png"/><Relationship Id="rId4" Type="http://schemas.openxmlformats.org/officeDocument/2006/relationships/image" Target="../media/image9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5.png"/><Relationship Id="rId4" Type="http://schemas.openxmlformats.org/officeDocument/2006/relationships/image" Target="../media/image9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Relationship Id="rId4" Type="http://schemas.openxmlformats.org/officeDocument/2006/relationships/image" Target="../media/image5.png"/><Relationship Id="rId5" Type="http://schemas.openxmlformats.org/officeDocument/2006/relationships/image" Target="../media/image9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Relationship Id="rId4" Type="http://schemas.openxmlformats.org/officeDocument/2006/relationships/image" Target="../media/image3.png"/><Relationship Id="rId5" Type="http://schemas.openxmlformats.org/officeDocument/2006/relationships/image" Target="../media/image14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9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9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5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7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5.png"/><Relationship Id="rId4" Type="http://schemas.openxmlformats.org/officeDocument/2006/relationships/image" Target="../media/image9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9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-Navy 1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23C30AA-EE47-DBA2-68FA-D1D46E2372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3953" y="1447800"/>
            <a:ext cx="7719447" cy="1752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defRPr sz="630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Lorem ipsum </a:t>
            </a:r>
            <a:r>
              <a:rPr lang="en-US" dirty="0" err="1"/>
              <a:t>odlor</a:t>
            </a:r>
            <a:br>
              <a:rPr lang="en-US" dirty="0"/>
            </a:br>
            <a:r>
              <a:rPr lang="en-US" dirty="0" err="1"/>
              <a:t>stlen</a:t>
            </a:r>
            <a:r>
              <a:rPr lang="en-US" dirty="0"/>
              <a:t>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914E0839-F31F-D77F-8719-0EB248C9DF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0115" y="3733800"/>
            <a:ext cx="4876800" cy="1524000"/>
          </a:xfrm>
          <a:prstGeom prst="rect">
            <a:avLst/>
          </a:prstGeom>
        </p:spPr>
        <p:txBody>
          <a:bodyPr lIns="0" tIns="0" rIns="0" bIns="0"/>
          <a:lstStyle>
            <a:lvl1pPr algn="l">
              <a:spcAft>
                <a:spcPts val="1200"/>
              </a:spcAft>
              <a:defRPr sz="1800">
                <a:solidFill>
                  <a:schemeClr val="bg1"/>
                </a:solidFill>
              </a:defRPr>
            </a:lvl1pPr>
            <a:lvl2pPr marL="228600" indent="-228600" algn="l">
              <a:spcAft>
                <a:spcPts val="1200"/>
              </a:spcAft>
              <a:buFontTx/>
              <a:buBlip>
                <a:blip r:embed="rId3"/>
              </a:buBlip>
              <a:defRPr sz="1500">
                <a:solidFill>
                  <a:schemeClr val="bg1"/>
                </a:solidFill>
              </a:defRPr>
            </a:lvl2pPr>
            <a:lvl3pPr marL="685800" indent="-228600" algn="l">
              <a:spcAft>
                <a:spcPts val="1200"/>
              </a:spcAft>
              <a:buFontTx/>
              <a:buBlip>
                <a:blip r:embed="rId3"/>
              </a:buBlip>
              <a:defRPr sz="1500">
                <a:solidFill>
                  <a:schemeClr val="bg1"/>
                </a:solidFill>
              </a:defRPr>
            </a:lvl3pPr>
            <a:lvl4pPr marL="1143000" indent="-228600" algn="l">
              <a:spcAft>
                <a:spcPts val="1200"/>
              </a:spcAft>
              <a:buFontTx/>
              <a:buBlip>
                <a:blip r:embed="rId3"/>
              </a:buBlip>
              <a:defRPr sz="1500">
                <a:solidFill>
                  <a:schemeClr val="bg1"/>
                </a:solidFill>
              </a:defRPr>
            </a:lvl4pPr>
            <a:lvl5pPr marL="1600200" indent="-228600" algn="l">
              <a:spcAft>
                <a:spcPts val="1200"/>
              </a:spcAft>
              <a:buFontTx/>
              <a:buBlip>
                <a:blip r:embed="rId3"/>
              </a:buBlip>
              <a:defRPr sz="15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Lorem </a:t>
            </a:r>
            <a:r>
              <a:rPr lang="en-US" err="1"/>
              <a:t>Loremipsum</a:t>
            </a:r>
            <a:endParaRPr lang="en-US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3D707C00-5A70-75CE-A199-E00A2B3A200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0115" y="424158"/>
            <a:ext cx="4178085" cy="414042"/>
          </a:xfrm>
          <a:prstGeom prst="rect">
            <a:avLst/>
          </a:prstGeom>
        </p:spPr>
        <p:txBody>
          <a:bodyPr lIns="0" tIns="0" rIns="0" bIns="0"/>
          <a:lstStyle>
            <a:lvl1pPr algn="l">
              <a:spcAft>
                <a:spcPts val="1200"/>
              </a:spcAft>
              <a:defRPr sz="1200">
                <a:solidFill>
                  <a:schemeClr val="accent2"/>
                </a:solidFill>
              </a:defRPr>
            </a:lvl1pPr>
            <a:lvl2pPr marL="228600" indent="-228600" algn="l">
              <a:spcAft>
                <a:spcPts val="1200"/>
              </a:spcAft>
              <a:buFontTx/>
              <a:buBlip>
                <a:blip r:embed="rId3"/>
              </a:buBlip>
              <a:defRPr sz="1500">
                <a:solidFill>
                  <a:schemeClr val="bg1"/>
                </a:solidFill>
              </a:defRPr>
            </a:lvl2pPr>
            <a:lvl3pPr marL="685800" indent="-228600" algn="l">
              <a:spcAft>
                <a:spcPts val="1200"/>
              </a:spcAft>
              <a:buFontTx/>
              <a:buBlip>
                <a:blip r:embed="rId3"/>
              </a:buBlip>
              <a:defRPr sz="1500">
                <a:solidFill>
                  <a:schemeClr val="bg1"/>
                </a:solidFill>
              </a:defRPr>
            </a:lvl3pPr>
            <a:lvl4pPr marL="1143000" indent="-228600" algn="l">
              <a:spcAft>
                <a:spcPts val="1200"/>
              </a:spcAft>
              <a:buFontTx/>
              <a:buBlip>
                <a:blip r:embed="rId3"/>
              </a:buBlip>
              <a:defRPr sz="1500">
                <a:solidFill>
                  <a:schemeClr val="bg1"/>
                </a:solidFill>
              </a:defRPr>
            </a:lvl4pPr>
            <a:lvl5pPr marL="1600200" indent="-228600" algn="l">
              <a:spcAft>
                <a:spcPts val="1200"/>
              </a:spcAft>
              <a:buFontTx/>
              <a:buBlip>
                <a:blip r:embed="rId3"/>
              </a:buBlip>
              <a:defRPr sz="15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800ADEE-4CEF-64DD-A09E-A61A28DC18B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3748" y="5941383"/>
            <a:ext cx="1555137" cy="492460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288" userDrawn="1">
          <p15:clr>
            <a:srgbClr val="FBAE40"/>
          </p15:clr>
        </p15:guide>
        <p15:guide id="4" orient="horz" pos="14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-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6">
            <a:extLst>
              <a:ext uri="{FF2B5EF4-FFF2-40B4-BE49-F238E27FC236}">
                <a16:creationId xmlns:a16="http://schemas.microsoft.com/office/drawing/2014/main" id="{ECD783DE-1D29-42BD-965F-40CAC0BA9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3953" y="1447800"/>
            <a:ext cx="7719447" cy="1752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defRPr lang="en-US" sz="63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Lorem ipsum </a:t>
            </a:r>
            <a:r>
              <a:rPr lang="en-US" dirty="0" err="1"/>
              <a:t>odlor</a:t>
            </a:r>
            <a:br>
              <a:rPr lang="en-US" dirty="0"/>
            </a:br>
            <a:r>
              <a:rPr lang="en-US" dirty="0" err="1"/>
              <a:t>stlen</a:t>
            </a:r>
            <a:r>
              <a:rPr lang="en-US" dirty="0"/>
              <a:t>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4AC2F8D6-6E39-473C-BDE2-C06A0E202A9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0115" y="424158"/>
            <a:ext cx="4178085" cy="414042"/>
          </a:xfrm>
          <a:prstGeom prst="rect">
            <a:avLst/>
          </a:prstGeom>
        </p:spPr>
        <p:txBody>
          <a:bodyPr lIns="0" tIns="0" rIns="0" bIns="0"/>
          <a:lstStyle>
            <a:lvl1pPr algn="l">
              <a:spcAft>
                <a:spcPts val="1200"/>
              </a:spcAft>
              <a:defRPr sz="1200">
                <a:solidFill>
                  <a:schemeClr val="tx2"/>
                </a:solidFill>
              </a:defRPr>
            </a:lvl1pPr>
            <a:lvl2pPr marL="228600" indent="-228600" algn="l">
              <a:spcAft>
                <a:spcPts val="1200"/>
              </a:spcAft>
              <a:buFontTx/>
              <a:buBlip>
                <a:blip r:embed="rId2"/>
              </a:buBlip>
              <a:defRPr sz="1500">
                <a:solidFill>
                  <a:schemeClr val="bg1"/>
                </a:solidFill>
              </a:defRPr>
            </a:lvl2pPr>
            <a:lvl3pPr marL="685800" indent="-228600" algn="l">
              <a:spcAft>
                <a:spcPts val="1200"/>
              </a:spcAft>
              <a:buFontTx/>
              <a:buBlip>
                <a:blip r:embed="rId2"/>
              </a:buBlip>
              <a:defRPr sz="1500">
                <a:solidFill>
                  <a:schemeClr val="bg1"/>
                </a:solidFill>
              </a:defRPr>
            </a:lvl3pPr>
            <a:lvl4pPr marL="1143000" indent="-228600" algn="l">
              <a:spcAft>
                <a:spcPts val="1200"/>
              </a:spcAft>
              <a:buFontTx/>
              <a:buBlip>
                <a:blip r:embed="rId2"/>
              </a:buBlip>
              <a:defRPr sz="1500">
                <a:solidFill>
                  <a:schemeClr val="bg1"/>
                </a:solidFill>
              </a:defRPr>
            </a:lvl4pPr>
            <a:lvl5pPr marL="1600200" indent="-228600" algn="l">
              <a:spcAft>
                <a:spcPts val="1200"/>
              </a:spcAft>
              <a:buFontTx/>
              <a:buBlip>
                <a:blip r:embed="rId2"/>
              </a:buBlip>
              <a:defRPr sz="15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67A98CC-43C1-47A2-A9B5-483C3E607C67}"/>
              </a:ext>
            </a:extLst>
          </p:cNvPr>
          <p:cNvSpPr/>
          <p:nvPr userDrawn="1"/>
        </p:nvSpPr>
        <p:spPr>
          <a:xfrm>
            <a:off x="7010399" y="-1371600"/>
            <a:ext cx="7525531" cy="1371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73AA537-36D5-48EC-9514-61DF4DA9C1E1}"/>
              </a:ext>
            </a:extLst>
          </p:cNvPr>
          <p:cNvSpPr/>
          <p:nvPr userDrawn="1"/>
        </p:nvSpPr>
        <p:spPr>
          <a:xfrm>
            <a:off x="12192000" y="-1166446"/>
            <a:ext cx="2552432" cy="81534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F7D38A10-046A-4062-980C-340FA877D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0115" y="3733800"/>
            <a:ext cx="4876800" cy="1524000"/>
          </a:xfrm>
          <a:prstGeom prst="rect">
            <a:avLst/>
          </a:prstGeom>
        </p:spPr>
        <p:txBody>
          <a:bodyPr lIns="0" tIns="0" rIns="0" bIns="0"/>
          <a:lstStyle>
            <a:lvl1pPr algn="l">
              <a:spcAft>
                <a:spcPts val="1200"/>
              </a:spcAft>
              <a:defRPr sz="1800">
                <a:solidFill>
                  <a:schemeClr val="tx1"/>
                </a:solidFill>
              </a:defRPr>
            </a:lvl1pPr>
            <a:lvl2pPr marL="228600" indent="-228600" algn="l">
              <a:spcAft>
                <a:spcPts val="1200"/>
              </a:spcAft>
              <a:buFontTx/>
              <a:buBlip>
                <a:blip r:embed="rId2"/>
              </a:buBlip>
              <a:defRPr sz="1500">
                <a:solidFill>
                  <a:schemeClr val="bg1"/>
                </a:solidFill>
              </a:defRPr>
            </a:lvl2pPr>
            <a:lvl3pPr marL="685800" indent="-228600" algn="l">
              <a:spcAft>
                <a:spcPts val="1200"/>
              </a:spcAft>
              <a:buFontTx/>
              <a:buBlip>
                <a:blip r:embed="rId2"/>
              </a:buBlip>
              <a:defRPr sz="1500">
                <a:solidFill>
                  <a:schemeClr val="bg1"/>
                </a:solidFill>
              </a:defRPr>
            </a:lvl3pPr>
            <a:lvl4pPr marL="1143000" indent="-228600" algn="l">
              <a:spcAft>
                <a:spcPts val="1200"/>
              </a:spcAft>
              <a:buFontTx/>
              <a:buBlip>
                <a:blip r:embed="rId2"/>
              </a:buBlip>
              <a:defRPr sz="1500">
                <a:solidFill>
                  <a:schemeClr val="bg1"/>
                </a:solidFill>
              </a:defRPr>
            </a:lvl4pPr>
            <a:lvl5pPr marL="1600200" indent="-228600" algn="l">
              <a:spcAft>
                <a:spcPts val="1200"/>
              </a:spcAft>
              <a:buFontTx/>
              <a:buBlip>
                <a:blip r:embed="rId2"/>
              </a:buBlip>
              <a:defRPr sz="15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Lorem </a:t>
            </a:r>
            <a:r>
              <a:rPr lang="en-US" err="1"/>
              <a:t>Loremipsum</a:t>
            </a:r>
            <a:endParaRPr lang="en-US"/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63EF7D1F-8848-43CA-8C22-5DA91DC2ED2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3748" y="5941383"/>
            <a:ext cx="1555137" cy="492460"/>
          </a:xfrm>
          <a:prstGeom prst="rect">
            <a:avLst/>
          </a:prstGeom>
        </p:spPr>
      </p:pic>
      <p:pic>
        <p:nvPicPr>
          <p:cNvPr id="9" name="bg object 17">
            <a:extLst>
              <a:ext uri="{FF2B5EF4-FFF2-40B4-BE49-F238E27FC236}">
                <a16:creationId xmlns:a16="http://schemas.microsoft.com/office/drawing/2014/main" id="{DCDA3956-274B-4EAF-A531-227C6B50A6C3}"/>
              </a:ext>
            </a:extLst>
          </p:cNvPr>
          <p:cNvPicPr/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3049" b="-1687"/>
          <a:stretch/>
        </p:blipFill>
        <p:spPr>
          <a:xfrm rot="5400000">
            <a:off x="7364825" y="-194341"/>
            <a:ext cx="4632833" cy="5021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8894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288" userDrawn="1">
          <p15:clr>
            <a:srgbClr val="FBAE40"/>
          </p15:clr>
        </p15:guide>
        <p15:guide id="4" orient="horz" pos="14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-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23C30AA-EE47-DBA2-68FA-D1D46E2372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3953" y="1434344"/>
            <a:ext cx="4214247" cy="1689855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defRPr sz="63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35DEA2CC-E32F-49C4-A8B1-5F53CEFD0C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600201"/>
            <a:ext cx="6324600" cy="3200400"/>
          </a:xfrm>
          <a:prstGeom prst="rect">
            <a:avLst/>
          </a:prstGeom>
        </p:spPr>
        <p:txBody>
          <a:bodyPr lIns="0" tIns="0" rIns="0" bIns="0"/>
          <a:lstStyle>
            <a:lvl1pPr marL="274320" indent="-274320" algn="l">
              <a:lnSpc>
                <a:spcPct val="95000"/>
              </a:lnSpc>
              <a:spcAft>
                <a:spcPts val="1800"/>
              </a:spcAft>
              <a:buClr>
                <a:schemeClr val="accent1"/>
              </a:buClr>
              <a:buSzPct val="120000"/>
              <a:buFont typeface="Poppins" panose="00000500000000000000" pitchFamily="2" charset="0"/>
              <a:buChar char="⁄"/>
              <a:defRPr sz="2600">
                <a:solidFill>
                  <a:schemeClr val="tx1"/>
                </a:solidFill>
              </a:defRPr>
            </a:lvl1pPr>
            <a:lvl2pPr marL="228600" indent="-228600" algn="l">
              <a:spcAft>
                <a:spcPts val="1200"/>
              </a:spcAft>
              <a:buFontTx/>
              <a:buBlip>
                <a:blip r:embed="rId2"/>
              </a:buBlip>
              <a:defRPr sz="1500">
                <a:solidFill>
                  <a:schemeClr val="tx1"/>
                </a:solidFill>
              </a:defRPr>
            </a:lvl2pPr>
            <a:lvl3pPr marL="685800" indent="-228600" algn="l">
              <a:spcAft>
                <a:spcPts val="1200"/>
              </a:spcAft>
              <a:buFontTx/>
              <a:buBlip>
                <a:blip r:embed="rId2"/>
              </a:buBlip>
              <a:defRPr sz="1500">
                <a:solidFill>
                  <a:schemeClr val="tx1"/>
                </a:solidFill>
              </a:defRPr>
            </a:lvl3pPr>
            <a:lvl4pPr marL="1143000" indent="-228600" algn="l">
              <a:spcAft>
                <a:spcPts val="1200"/>
              </a:spcAft>
              <a:buFontTx/>
              <a:buBlip>
                <a:blip r:embed="rId2"/>
              </a:buBlip>
              <a:defRPr sz="1500">
                <a:solidFill>
                  <a:schemeClr val="tx1"/>
                </a:solidFill>
              </a:defRPr>
            </a:lvl4pPr>
            <a:lvl5pPr marL="1600200" indent="-228600" algn="l">
              <a:spcAft>
                <a:spcPts val="1200"/>
              </a:spcAft>
              <a:buFontTx/>
              <a:buBlip>
                <a:blip r:embed="rId2"/>
              </a:buBlip>
              <a:defRPr sz="15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0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C4DB72F-3E27-6B76-AA44-7E6E6E8DEDE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9474" y="6455740"/>
            <a:ext cx="774583" cy="2452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C7A10DC-87CC-BAAA-EBC9-B70D701AC04B}"/>
              </a:ext>
            </a:extLst>
          </p:cNvPr>
          <p:cNvSpPr txBox="1"/>
          <p:nvPr userDrawn="1"/>
        </p:nvSpPr>
        <p:spPr>
          <a:xfrm flipH="1">
            <a:off x="10794564" y="6349782"/>
            <a:ext cx="1177962" cy="45720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>
                <a:solidFill>
                  <a:schemeClr val="accent3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Confidential	</a:t>
            </a:r>
            <a:r>
              <a:rPr lang="en-US" sz="90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/ </a:t>
            </a:r>
            <a:fld id="{48F63A3B-78C7-47BE-AE5E-E10140E04643}" type="slidenum">
              <a:rPr lang="en-US" sz="900" smtClean="0">
                <a:solidFill>
                  <a:schemeClr val="tx1"/>
                </a:solidFill>
                <a:latin typeface="+mn-lt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90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50359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288" userDrawn="1">
          <p15:clr>
            <a:srgbClr val="FBAE40"/>
          </p15:clr>
        </p15:guide>
        <p15:guide id="4" orient="horz" pos="403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genda-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23C30AA-EE47-DBA2-68FA-D1D46E2372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3953" y="1434344"/>
            <a:ext cx="4096483" cy="93478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defRPr sz="63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35DEA2CC-E32F-49C4-A8B1-5F53CEFD0C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3953" y="2732810"/>
            <a:ext cx="2517065" cy="3200400"/>
          </a:xfrm>
          <a:prstGeom prst="rect">
            <a:avLst/>
          </a:prstGeom>
        </p:spPr>
        <p:txBody>
          <a:bodyPr lIns="0" tIns="0" rIns="0" bIns="0"/>
          <a:lstStyle>
            <a:lvl1pPr marL="274320" indent="-274320" algn="l">
              <a:lnSpc>
                <a:spcPct val="95000"/>
              </a:lnSpc>
              <a:spcAft>
                <a:spcPts val="1800"/>
              </a:spcAft>
              <a:buClr>
                <a:schemeClr val="accent1"/>
              </a:buClr>
              <a:buSzPct val="120000"/>
              <a:buFont typeface="Poppins" panose="00000500000000000000" pitchFamily="2" charset="0"/>
              <a:buChar char="⁄"/>
              <a:defRPr sz="2000">
                <a:solidFill>
                  <a:schemeClr val="tx1"/>
                </a:solidFill>
              </a:defRPr>
            </a:lvl1pPr>
            <a:lvl2pPr marL="228600" indent="-228600" algn="l">
              <a:spcAft>
                <a:spcPts val="1200"/>
              </a:spcAft>
              <a:buFontTx/>
              <a:buBlip>
                <a:blip r:embed="rId2"/>
              </a:buBlip>
              <a:defRPr sz="1500">
                <a:solidFill>
                  <a:schemeClr val="tx1"/>
                </a:solidFill>
              </a:defRPr>
            </a:lvl2pPr>
            <a:lvl3pPr marL="685800" indent="-228600" algn="l">
              <a:spcAft>
                <a:spcPts val="1200"/>
              </a:spcAft>
              <a:buFontTx/>
              <a:buBlip>
                <a:blip r:embed="rId2"/>
              </a:buBlip>
              <a:defRPr sz="1500">
                <a:solidFill>
                  <a:schemeClr val="tx1"/>
                </a:solidFill>
              </a:defRPr>
            </a:lvl3pPr>
            <a:lvl4pPr marL="1143000" indent="-228600" algn="l">
              <a:spcAft>
                <a:spcPts val="1200"/>
              </a:spcAft>
              <a:buFontTx/>
              <a:buBlip>
                <a:blip r:embed="rId2"/>
              </a:buBlip>
              <a:defRPr sz="1500">
                <a:solidFill>
                  <a:schemeClr val="tx1"/>
                </a:solidFill>
              </a:defRPr>
            </a:lvl4pPr>
            <a:lvl5pPr marL="1600200" indent="-228600" algn="l">
              <a:spcAft>
                <a:spcPts val="1200"/>
              </a:spcAft>
              <a:buFontTx/>
              <a:buBlip>
                <a:blip r:embed="rId2"/>
              </a:buBlip>
              <a:defRPr sz="15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0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C4DB72F-3E27-6B76-AA44-7E6E6E8DEDE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9474" y="6455740"/>
            <a:ext cx="774583" cy="2452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C7A10DC-87CC-BAAA-EBC9-B70D701AC04B}"/>
              </a:ext>
            </a:extLst>
          </p:cNvPr>
          <p:cNvSpPr txBox="1"/>
          <p:nvPr userDrawn="1"/>
        </p:nvSpPr>
        <p:spPr>
          <a:xfrm flipH="1">
            <a:off x="10794564" y="6349782"/>
            <a:ext cx="1177962" cy="45720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>
                <a:solidFill>
                  <a:schemeClr val="accent3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Confidential	</a:t>
            </a:r>
            <a:r>
              <a:rPr lang="en-US" sz="90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/ </a:t>
            </a:r>
            <a:fld id="{48F63A3B-78C7-47BE-AE5E-E10140E04643}" type="slidenum">
              <a:rPr lang="en-US" sz="900" smtClean="0">
                <a:solidFill>
                  <a:schemeClr val="tx1"/>
                </a:solidFill>
                <a:latin typeface="+mn-lt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90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7773C6A-A7EF-8776-A9BA-C8E372DC0E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69629" y="2732810"/>
            <a:ext cx="2517065" cy="3200400"/>
          </a:xfrm>
          <a:prstGeom prst="rect">
            <a:avLst/>
          </a:prstGeom>
        </p:spPr>
        <p:txBody>
          <a:bodyPr lIns="0" tIns="0" rIns="0" bIns="0"/>
          <a:lstStyle>
            <a:lvl1pPr marL="274320" indent="-274320" algn="l">
              <a:lnSpc>
                <a:spcPct val="95000"/>
              </a:lnSpc>
              <a:spcAft>
                <a:spcPts val="1800"/>
              </a:spcAft>
              <a:buClr>
                <a:schemeClr val="accent1"/>
              </a:buClr>
              <a:buSzPct val="120000"/>
              <a:buFont typeface="Poppins" panose="00000500000000000000" pitchFamily="2" charset="0"/>
              <a:buChar char="⁄"/>
              <a:defRPr sz="2000">
                <a:solidFill>
                  <a:schemeClr val="tx1"/>
                </a:solidFill>
              </a:defRPr>
            </a:lvl1pPr>
            <a:lvl2pPr marL="228600" indent="-228600" algn="l">
              <a:spcAft>
                <a:spcPts val="1200"/>
              </a:spcAft>
              <a:buFontTx/>
              <a:buBlip>
                <a:blip r:embed="rId2"/>
              </a:buBlip>
              <a:defRPr sz="1500">
                <a:solidFill>
                  <a:schemeClr val="tx1"/>
                </a:solidFill>
              </a:defRPr>
            </a:lvl2pPr>
            <a:lvl3pPr marL="685800" indent="-228600" algn="l">
              <a:spcAft>
                <a:spcPts val="1200"/>
              </a:spcAft>
              <a:buFontTx/>
              <a:buBlip>
                <a:blip r:embed="rId2"/>
              </a:buBlip>
              <a:defRPr sz="1500">
                <a:solidFill>
                  <a:schemeClr val="tx1"/>
                </a:solidFill>
              </a:defRPr>
            </a:lvl3pPr>
            <a:lvl4pPr marL="1143000" indent="-228600" algn="l">
              <a:spcAft>
                <a:spcPts val="1200"/>
              </a:spcAft>
              <a:buFontTx/>
              <a:buBlip>
                <a:blip r:embed="rId2"/>
              </a:buBlip>
              <a:defRPr sz="1500">
                <a:solidFill>
                  <a:schemeClr val="tx1"/>
                </a:solidFill>
              </a:defRPr>
            </a:lvl4pPr>
            <a:lvl5pPr marL="1600200" indent="-228600" algn="l">
              <a:spcAft>
                <a:spcPts val="1200"/>
              </a:spcAft>
              <a:buFontTx/>
              <a:buBlip>
                <a:blip r:embed="rId2"/>
              </a:buBlip>
              <a:defRPr sz="15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0"/>
            <a:endParaRPr lang="en-US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6CE72203-3D8E-373C-3844-C4B3D4955C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05305" y="2732810"/>
            <a:ext cx="2517065" cy="3200400"/>
          </a:xfrm>
          <a:prstGeom prst="rect">
            <a:avLst/>
          </a:prstGeom>
        </p:spPr>
        <p:txBody>
          <a:bodyPr lIns="0" tIns="0" rIns="0" bIns="0"/>
          <a:lstStyle>
            <a:lvl1pPr marL="274320" indent="-274320" algn="l">
              <a:lnSpc>
                <a:spcPct val="95000"/>
              </a:lnSpc>
              <a:spcAft>
                <a:spcPts val="1800"/>
              </a:spcAft>
              <a:buClr>
                <a:schemeClr val="accent1"/>
              </a:buClr>
              <a:buSzPct val="120000"/>
              <a:buFont typeface="Poppins" panose="00000500000000000000" pitchFamily="2" charset="0"/>
              <a:buChar char="⁄"/>
              <a:defRPr sz="2000">
                <a:solidFill>
                  <a:schemeClr val="tx1"/>
                </a:solidFill>
              </a:defRPr>
            </a:lvl1pPr>
            <a:lvl2pPr marL="228600" indent="-228600" algn="l">
              <a:spcAft>
                <a:spcPts val="1200"/>
              </a:spcAft>
              <a:buFontTx/>
              <a:buBlip>
                <a:blip r:embed="rId2"/>
              </a:buBlip>
              <a:defRPr sz="1500">
                <a:solidFill>
                  <a:schemeClr val="tx1"/>
                </a:solidFill>
              </a:defRPr>
            </a:lvl2pPr>
            <a:lvl3pPr marL="685800" indent="-228600" algn="l">
              <a:spcAft>
                <a:spcPts val="1200"/>
              </a:spcAft>
              <a:buFontTx/>
              <a:buBlip>
                <a:blip r:embed="rId2"/>
              </a:buBlip>
              <a:defRPr sz="1500">
                <a:solidFill>
                  <a:schemeClr val="tx1"/>
                </a:solidFill>
              </a:defRPr>
            </a:lvl3pPr>
            <a:lvl4pPr marL="1143000" indent="-228600" algn="l">
              <a:spcAft>
                <a:spcPts val="1200"/>
              </a:spcAft>
              <a:buFontTx/>
              <a:buBlip>
                <a:blip r:embed="rId2"/>
              </a:buBlip>
              <a:defRPr sz="1500">
                <a:solidFill>
                  <a:schemeClr val="tx1"/>
                </a:solidFill>
              </a:defRPr>
            </a:lvl4pPr>
            <a:lvl5pPr marL="1600200" indent="-228600" algn="l">
              <a:spcAft>
                <a:spcPts val="1200"/>
              </a:spcAft>
              <a:buFontTx/>
              <a:buBlip>
                <a:blip r:embed="rId2"/>
              </a:buBlip>
              <a:defRPr sz="15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0"/>
            <a:endParaRPr lang="en-US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88428D7-91E4-0BCE-6370-18EB723341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40982" y="2732810"/>
            <a:ext cx="2517065" cy="3200400"/>
          </a:xfrm>
          <a:prstGeom prst="rect">
            <a:avLst/>
          </a:prstGeom>
        </p:spPr>
        <p:txBody>
          <a:bodyPr lIns="0" tIns="0" rIns="0" bIns="0"/>
          <a:lstStyle>
            <a:lvl1pPr marL="274320" indent="-274320" algn="l">
              <a:lnSpc>
                <a:spcPct val="95000"/>
              </a:lnSpc>
              <a:spcAft>
                <a:spcPts val="1800"/>
              </a:spcAft>
              <a:buClr>
                <a:schemeClr val="accent1"/>
              </a:buClr>
              <a:buSzPct val="120000"/>
              <a:buFont typeface="Poppins" panose="00000500000000000000" pitchFamily="2" charset="0"/>
              <a:buChar char="⁄"/>
              <a:defRPr sz="2000">
                <a:solidFill>
                  <a:schemeClr val="tx1"/>
                </a:solidFill>
              </a:defRPr>
            </a:lvl1pPr>
            <a:lvl2pPr marL="228600" indent="-228600" algn="l">
              <a:spcAft>
                <a:spcPts val="1200"/>
              </a:spcAft>
              <a:buFontTx/>
              <a:buBlip>
                <a:blip r:embed="rId2"/>
              </a:buBlip>
              <a:defRPr sz="1500">
                <a:solidFill>
                  <a:schemeClr val="tx1"/>
                </a:solidFill>
              </a:defRPr>
            </a:lvl2pPr>
            <a:lvl3pPr marL="685800" indent="-228600" algn="l">
              <a:spcAft>
                <a:spcPts val="1200"/>
              </a:spcAft>
              <a:buFontTx/>
              <a:buBlip>
                <a:blip r:embed="rId2"/>
              </a:buBlip>
              <a:defRPr sz="1500">
                <a:solidFill>
                  <a:schemeClr val="tx1"/>
                </a:solidFill>
              </a:defRPr>
            </a:lvl3pPr>
            <a:lvl4pPr marL="1143000" indent="-228600" algn="l">
              <a:spcAft>
                <a:spcPts val="1200"/>
              </a:spcAft>
              <a:buFontTx/>
              <a:buBlip>
                <a:blip r:embed="rId2"/>
              </a:buBlip>
              <a:defRPr sz="1500">
                <a:solidFill>
                  <a:schemeClr val="tx1"/>
                </a:solidFill>
              </a:defRPr>
            </a:lvl4pPr>
            <a:lvl5pPr marL="1600200" indent="-228600" algn="l">
              <a:spcAft>
                <a:spcPts val="1200"/>
              </a:spcAft>
              <a:buFontTx/>
              <a:buBlip>
                <a:blip r:embed="rId2"/>
              </a:buBlip>
              <a:defRPr sz="15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686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288" userDrawn="1">
          <p15:clr>
            <a:srgbClr val="FBAE40"/>
          </p15:clr>
        </p15:guide>
        <p15:guide id="4" orient="horz" pos="403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+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6B3B97B-3E22-444A-83E4-FCE5C83E8BAE}"/>
              </a:ext>
            </a:extLst>
          </p:cNvPr>
          <p:cNvSpPr/>
          <p:nvPr userDrawn="1"/>
        </p:nvSpPr>
        <p:spPr>
          <a:xfrm>
            <a:off x="8068825" y="-1"/>
            <a:ext cx="4123175" cy="2530259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1323A828-692A-45C6-A668-CE666EF2E3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0115" y="1638300"/>
            <a:ext cx="8826286" cy="3581400"/>
          </a:xfrm>
          <a:prstGeom prst="rect">
            <a:avLst/>
          </a:prstGeom>
        </p:spPr>
        <p:txBody>
          <a:bodyPr lIns="0" tIns="0" rIns="0" bIns="0"/>
          <a:lstStyle>
            <a:lvl1pPr algn="l">
              <a:spcAft>
                <a:spcPts val="1200"/>
              </a:spcAft>
              <a:defRPr sz="1500">
                <a:solidFill>
                  <a:schemeClr val="tx1"/>
                </a:solidFill>
              </a:defRPr>
            </a:lvl1pPr>
            <a:lvl2pPr marL="228600" indent="-228600" algn="l">
              <a:spcAft>
                <a:spcPts val="1200"/>
              </a:spcAft>
              <a:buClr>
                <a:schemeClr val="accent1"/>
              </a:buClr>
              <a:buFont typeface="Poppins" panose="00000500000000000000" pitchFamily="2" charset="0"/>
              <a:buChar char="⁄"/>
              <a:defRPr lang="en-US" sz="15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>
              <a:spcAft>
                <a:spcPts val="1200"/>
              </a:spcAft>
              <a:buClr>
                <a:schemeClr val="accent1"/>
              </a:buClr>
              <a:buFont typeface="Poppins" panose="00000500000000000000" pitchFamily="2" charset="0"/>
              <a:buChar char="⁄"/>
              <a:defRPr lang="en-US" sz="15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5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5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Lorem ipsum </a:t>
            </a:r>
            <a:r>
              <a:rPr lang="en-US" err="1"/>
              <a:t>odlor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</a:t>
            </a:r>
            <a:r>
              <a:rPr lang="en-US"/>
              <a:t> </a:t>
            </a:r>
            <a:r>
              <a:rPr lang="en-US" err="1"/>
              <a:t>steitur</a:t>
            </a:r>
            <a:r>
              <a:rPr lang="en-US"/>
              <a:t> </a:t>
            </a:r>
            <a:r>
              <a:rPr lang="en-US" err="1"/>
              <a:t>adi</a:t>
            </a:r>
            <a:r>
              <a:rPr lang="en-US"/>
              <a:t> </a:t>
            </a:r>
            <a:r>
              <a:rPr lang="en-US" err="1"/>
              <a:t>piscing</a:t>
            </a:r>
            <a:r>
              <a:rPr lang="en-US"/>
              <a:t> </a:t>
            </a:r>
            <a:r>
              <a:rPr lang="en-US" err="1"/>
              <a:t>ejdit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justo</a:t>
            </a:r>
            <a:r>
              <a:rPr lang="en-US"/>
              <a:t> non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sagittis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. </a:t>
            </a:r>
          </a:p>
          <a:p>
            <a:pPr lvl="1"/>
            <a:r>
              <a:rPr lang="en-US" err="1"/>
              <a:t>Dras</a:t>
            </a:r>
            <a:r>
              <a:rPr lang="en-US"/>
              <a:t> at </a:t>
            </a:r>
            <a:r>
              <a:rPr lang="en-US" err="1"/>
              <a:t>sollicitudin</a:t>
            </a:r>
            <a:r>
              <a:rPr lang="en-US"/>
              <a:t> mi. Donec vestibulum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, id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turpis</a:t>
            </a:r>
            <a:r>
              <a:rPr lang="en-US"/>
              <a:t> tempus </a:t>
            </a:r>
            <a:r>
              <a:rPr lang="en-US" err="1"/>
              <a:t>quis</a:t>
            </a:r>
            <a:r>
              <a:rPr lang="en-US"/>
              <a:t>. </a:t>
            </a:r>
          </a:p>
          <a:p>
            <a:pPr lvl="1"/>
            <a:r>
              <a:rPr lang="en-US"/>
              <a:t>In hac </a:t>
            </a:r>
            <a:r>
              <a:rPr lang="en-US" err="1"/>
              <a:t>habitasse</a:t>
            </a:r>
            <a:r>
              <a:rPr lang="en-US"/>
              <a:t> </a:t>
            </a:r>
            <a:r>
              <a:rPr lang="en-US" err="1"/>
              <a:t>platea</a:t>
            </a:r>
            <a:r>
              <a:rPr lang="en-US"/>
              <a:t> </a:t>
            </a:r>
            <a:r>
              <a:rPr lang="en-US" err="1"/>
              <a:t>dictumst</a:t>
            </a:r>
            <a:r>
              <a:rPr lang="en-US"/>
              <a:t>. In </a:t>
            </a:r>
            <a:r>
              <a:rPr lang="en-US" err="1"/>
              <a:t>malesu</a:t>
            </a:r>
            <a:r>
              <a:rPr lang="en-US"/>
              <a:t> </a:t>
            </a:r>
          </a:p>
          <a:p>
            <a:pPr marL="365760" marR="0" lvl="2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F96E3"/>
              </a:buClr>
              <a:buSzTx/>
              <a:buFont typeface="Poppins" panose="00000500000000000000" pitchFamily="2" charset="0"/>
              <a:buChar char="⁄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2957"/>
                </a:solidFill>
                <a:effectLst/>
                <a:uLnTx/>
                <a:uFillTx/>
                <a:latin typeface="Poppins Light"/>
                <a:ea typeface="+mn-ea"/>
                <a:cs typeface="+mn-cs"/>
              </a:rPr>
              <a:t>Third level</a:t>
            </a:r>
          </a:p>
          <a:p>
            <a:pPr marL="548640" marR="0" lvl="3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F96E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2957"/>
                </a:solidFill>
                <a:effectLst/>
                <a:uLnTx/>
                <a:uFillTx/>
                <a:latin typeface="Poppins Light"/>
                <a:ea typeface="+mn-ea"/>
                <a:cs typeface="+mn-cs"/>
              </a:rPr>
              <a:t>Fourth level</a:t>
            </a:r>
          </a:p>
          <a:p>
            <a:pPr marL="777240" marR="0" lvl="4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F96E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2957"/>
                </a:solidFill>
                <a:effectLst/>
                <a:uLnTx/>
                <a:uFillTx/>
                <a:latin typeface="Poppins Light"/>
                <a:ea typeface="+mn-ea"/>
                <a:cs typeface="+mn-cs"/>
              </a:rPr>
              <a:t>Fifth level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FEA43205-7F26-D84D-7BB0-7D1143CA27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9474" y="6455740"/>
            <a:ext cx="774583" cy="24528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057DF54-4E24-DEAC-94BC-4542C1776C64}"/>
              </a:ext>
            </a:extLst>
          </p:cNvPr>
          <p:cNvSpPr txBox="1"/>
          <p:nvPr userDrawn="1"/>
        </p:nvSpPr>
        <p:spPr>
          <a:xfrm flipH="1">
            <a:off x="10794564" y="6349782"/>
            <a:ext cx="1177962" cy="45720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>
                <a:solidFill>
                  <a:schemeClr val="accent3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Confidential	</a:t>
            </a:r>
            <a:r>
              <a:rPr lang="en-US" sz="90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/ </a:t>
            </a:r>
            <a:fld id="{48F63A3B-78C7-47BE-AE5E-E10140E04643}" type="slidenum">
              <a:rPr lang="en-US" sz="900" smtClean="0">
                <a:solidFill>
                  <a:schemeClr val="tx1"/>
                </a:solidFill>
                <a:latin typeface="+mn-lt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90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6A8FC9-7828-7094-664C-6F7A57899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3" y="455885"/>
            <a:ext cx="7970610" cy="79284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348590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288" userDrawn="1">
          <p15:clr>
            <a:srgbClr val="FBAE40"/>
          </p15:clr>
        </p15:guide>
        <p15:guide id="4" orient="horz" pos="14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blue and green lines&#10;&#10;Description automatically generated">
            <a:extLst>
              <a:ext uri="{FF2B5EF4-FFF2-40B4-BE49-F238E27FC236}">
                <a16:creationId xmlns:a16="http://schemas.microsoft.com/office/drawing/2014/main" id="{3A274C8C-C1E2-95EB-8EFC-7B0B335517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409523" y="0"/>
            <a:ext cx="3782477" cy="305668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E2F5BEE-E88A-EB79-4D90-A2333F7F9648}"/>
              </a:ext>
            </a:extLst>
          </p:cNvPr>
          <p:cNvSpPr/>
          <p:nvPr userDrawn="1"/>
        </p:nvSpPr>
        <p:spPr>
          <a:xfrm>
            <a:off x="8100646" y="0"/>
            <a:ext cx="4091354" cy="2555631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EA6B77CC-4BD1-8017-94A7-61432E94568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9474" y="6455740"/>
            <a:ext cx="774583" cy="24528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11543E3-23FE-70A0-CD22-F7646F491B13}"/>
              </a:ext>
            </a:extLst>
          </p:cNvPr>
          <p:cNvSpPr txBox="1"/>
          <p:nvPr userDrawn="1"/>
        </p:nvSpPr>
        <p:spPr>
          <a:xfrm flipH="1">
            <a:off x="10794564" y="6349782"/>
            <a:ext cx="1177962" cy="45720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>
                <a:solidFill>
                  <a:schemeClr val="accent3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Confidential	</a:t>
            </a:r>
            <a:r>
              <a:rPr lang="en-US" sz="90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/ </a:t>
            </a:r>
            <a:fld id="{48F63A3B-78C7-47BE-AE5E-E10140E04643}" type="slidenum">
              <a:rPr lang="en-US" sz="900" smtClean="0">
                <a:solidFill>
                  <a:schemeClr val="tx1"/>
                </a:solidFill>
                <a:latin typeface="+mn-lt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90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43A9898D-377B-E942-B7C5-6CE78B7A7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3" y="455885"/>
            <a:ext cx="7970610" cy="79284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C9CADF67-3559-C575-2A9D-8A98A29FC9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0115" y="1638300"/>
            <a:ext cx="8826286" cy="3581400"/>
          </a:xfrm>
          <a:prstGeom prst="rect">
            <a:avLst/>
          </a:prstGeom>
        </p:spPr>
        <p:txBody>
          <a:bodyPr lIns="0" tIns="0" rIns="0" bIns="0"/>
          <a:lstStyle>
            <a:lvl1pPr algn="l">
              <a:spcAft>
                <a:spcPts val="1200"/>
              </a:spcAft>
              <a:defRPr sz="1500">
                <a:solidFill>
                  <a:schemeClr val="tx1"/>
                </a:solidFill>
              </a:defRPr>
            </a:lvl1pPr>
            <a:lvl2pPr marL="228600" indent="-228600" algn="l">
              <a:spcAft>
                <a:spcPts val="1200"/>
              </a:spcAft>
              <a:buClr>
                <a:schemeClr val="accent1"/>
              </a:buClr>
              <a:buFont typeface="Poppins" panose="00000500000000000000" pitchFamily="2" charset="0"/>
              <a:buChar char="⁄"/>
              <a:defRPr lang="en-US" sz="15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>
              <a:spcAft>
                <a:spcPts val="1200"/>
              </a:spcAft>
              <a:buClr>
                <a:schemeClr val="accent1"/>
              </a:buClr>
              <a:buFont typeface="Poppins" panose="00000500000000000000" pitchFamily="2" charset="0"/>
              <a:buChar char="⁄"/>
              <a:defRPr lang="en-US" sz="15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5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5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Lorem ipsum </a:t>
            </a:r>
            <a:r>
              <a:rPr lang="en-US" err="1"/>
              <a:t>odlor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</a:t>
            </a:r>
            <a:r>
              <a:rPr lang="en-US"/>
              <a:t> </a:t>
            </a:r>
            <a:r>
              <a:rPr lang="en-US" err="1"/>
              <a:t>steitur</a:t>
            </a:r>
            <a:r>
              <a:rPr lang="en-US"/>
              <a:t> </a:t>
            </a:r>
            <a:r>
              <a:rPr lang="en-US" err="1"/>
              <a:t>adi</a:t>
            </a:r>
            <a:r>
              <a:rPr lang="en-US"/>
              <a:t> </a:t>
            </a:r>
            <a:r>
              <a:rPr lang="en-US" err="1"/>
              <a:t>piscing</a:t>
            </a:r>
            <a:r>
              <a:rPr lang="en-US"/>
              <a:t> </a:t>
            </a:r>
            <a:r>
              <a:rPr lang="en-US" err="1"/>
              <a:t>ejdit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justo</a:t>
            </a:r>
            <a:r>
              <a:rPr lang="en-US"/>
              <a:t> non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sagittis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. </a:t>
            </a:r>
          </a:p>
          <a:p>
            <a:pPr lvl="1"/>
            <a:r>
              <a:rPr lang="en-US" err="1"/>
              <a:t>Dras</a:t>
            </a:r>
            <a:r>
              <a:rPr lang="en-US"/>
              <a:t> at </a:t>
            </a:r>
            <a:r>
              <a:rPr lang="en-US" err="1"/>
              <a:t>sollicitudin</a:t>
            </a:r>
            <a:r>
              <a:rPr lang="en-US"/>
              <a:t> mi. Donec vestibulum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, id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turpis</a:t>
            </a:r>
            <a:r>
              <a:rPr lang="en-US"/>
              <a:t> tempus </a:t>
            </a:r>
            <a:r>
              <a:rPr lang="en-US" err="1"/>
              <a:t>quis</a:t>
            </a:r>
            <a:r>
              <a:rPr lang="en-US"/>
              <a:t>. </a:t>
            </a:r>
          </a:p>
          <a:p>
            <a:pPr lvl="1"/>
            <a:r>
              <a:rPr lang="en-US"/>
              <a:t>In hac </a:t>
            </a:r>
            <a:r>
              <a:rPr lang="en-US" err="1"/>
              <a:t>habitasse</a:t>
            </a:r>
            <a:r>
              <a:rPr lang="en-US"/>
              <a:t> </a:t>
            </a:r>
            <a:r>
              <a:rPr lang="en-US" err="1"/>
              <a:t>platea</a:t>
            </a:r>
            <a:r>
              <a:rPr lang="en-US"/>
              <a:t> </a:t>
            </a:r>
            <a:r>
              <a:rPr lang="en-US" err="1"/>
              <a:t>dictumst</a:t>
            </a:r>
            <a:r>
              <a:rPr lang="en-US"/>
              <a:t>. In </a:t>
            </a:r>
            <a:r>
              <a:rPr lang="en-US" err="1"/>
              <a:t>malesu</a:t>
            </a:r>
            <a:r>
              <a:rPr lang="en-US"/>
              <a:t> </a:t>
            </a:r>
          </a:p>
          <a:p>
            <a:pPr marL="365760" marR="0" lvl="2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F96E3"/>
              </a:buClr>
              <a:buSzTx/>
              <a:buFont typeface="Poppins" panose="00000500000000000000" pitchFamily="2" charset="0"/>
              <a:buChar char="⁄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2957"/>
                </a:solidFill>
                <a:effectLst/>
                <a:uLnTx/>
                <a:uFillTx/>
                <a:latin typeface="Poppins Light"/>
                <a:ea typeface="+mn-ea"/>
                <a:cs typeface="+mn-cs"/>
              </a:rPr>
              <a:t>Third level</a:t>
            </a:r>
          </a:p>
          <a:p>
            <a:pPr marL="548640" marR="0" lvl="3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F96E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2957"/>
                </a:solidFill>
                <a:effectLst/>
                <a:uLnTx/>
                <a:uFillTx/>
                <a:latin typeface="Poppins Light"/>
                <a:ea typeface="+mn-ea"/>
                <a:cs typeface="+mn-cs"/>
              </a:rPr>
              <a:t>Fourth level</a:t>
            </a:r>
          </a:p>
          <a:p>
            <a:pPr marL="777240" marR="0" lvl="4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F96E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2957"/>
                </a:solidFill>
                <a:effectLst/>
                <a:uLnTx/>
                <a:uFillTx/>
                <a:latin typeface="Poppins Light"/>
                <a:ea typeface="+mn-ea"/>
                <a:cs typeface="+mn-cs"/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134924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288" userDrawn="1">
          <p15:clr>
            <a:srgbClr val="FBAE40"/>
          </p15:clr>
        </p15:guide>
        <p15:guide id="4" orient="horz" pos="14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ise en page avec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73CE9E92-2333-44F4-AA12-44FF0199E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0923" y="5864444"/>
            <a:ext cx="11322165" cy="230246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1000">
                <a:solidFill>
                  <a:schemeClr val="tx1"/>
                </a:solidFill>
                <a:latin typeface="+mn-lt"/>
                <a:cs typeface="Poppins Medium" pitchFamily="2" charset="77"/>
              </a:defRPr>
            </a:lvl1pPr>
          </a:lstStyle>
          <a:p>
            <a:endParaRPr lang="en-US"/>
          </a:p>
        </p:txBody>
      </p:sp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00A70454-7D28-4964-A63D-B09FBF7D8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3" y="455885"/>
            <a:ext cx="11322164" cy="79284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19B06477-C557-4B9F-AEF0-ED895EF5FD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0114" y="1803788"/>
            <a:ext cx="10033559" cy="3707238"/>
          </a:xfrm>
          <a:prstGeom prst="rect">
            <a:avLst/>
          </a:prstGeom>
        </p:spPr>
        <p:txBody>
          <a:bodyPr lIns="0" tIns="0" rIns="0" bIns="0"/>
          <a:lstStyle>
            <a:lvl1pPr algn="l">
              <a:spcAft>
                <a:spcPts val="1200"/>
              </a:spcAft>
              <a:defRPr sz="1500">
                <a:solidFill>
                  <a:schemeClr val="tx1"/>
                </a:solidFill>
              </a:defRPr>
            </a:lvl1pPr>
            <a:lvl2pPr marL="228600" indent="-228600" algn="l">
              <a:spcAft>
                <a:spcPts val="1200"/>
              </a:spcAft>
              <a:buClr>
                <a:schemeClr val="accent1"/>
              </a:buClr>
              <a:buSzPct val="120000"/>
              <a:buFont typeface="Poppins" panose="00000500000000000000" pitchFamily="2" charset="0"/>
              <a:buChar char="⁄"/>
              <a:defRPr sz="1500">
                <a:solidFill>
                  <a:schemeClr val="tx1"/>
                </a:solidFill>
              </a:defRPr>
            </a:lvl2pPr>
            <a:lvl3pPr marL="685800" indent="-228600" algn="l">
              <a:spcAft>
                <a:spcPts val="1200"/>
              </a:spcAft>
              <a:buClr>
                <a:schemeClr val="accent1"/>
              </a:buClr>
              <a:buSzPct val="120000"/>
              <a:buFont typeface="Poppins" panose="00000500000000000000" pitchFamily="2" charset="0"/>
              <a:buChar char="⁄"/>
              <a:defRPr sz="1500">
                <a:solidFill>
                  <a:schemeClr val="tx1"/>
                </a:solidFill>
              </a:defRPr>
            </a:lvl3pPr>
            <a:lvl4pPr marL="1200150" indent="-285750" algn="l"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</a:defRPr>
            </a:lvl4pPr>
            <a:lvl5pPr marL="1657350" indent="-285750" algn="l"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Lorem ipsum </a:t>
            </a:r>
            <a:r>
              <a:rPr lang="en-US" err="1"/>
              <a:t>odlor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</a:t>
            </a:r>
            <a:r>
              <a:rPr lang="en-US"/>
              <a:t> </a:t>
            </a:r>
            <a:r>
              <a:rPr lang="en-US" err="1"/>
              <a:t>steitur</a:t>
            </a:r>
            <a:r>
              <a:rPr lang="en-US"/>
              <a:t> </a:t>
            </a:r>
            <a:r>
              <a:rPr lang="en-US" err="1"/>
              <a:t>adi</a:t>
            </a:r>
            <a:r>
              <a:rPr lang="en-US"/>
              <a:t> </a:t>
            </a:r>
            <a:r>
              <a:rPr lang="en-US" err="1"/>
              <a:t>piscing</a:t>
            </a:r>
            <a:r>
              <a:rPr lang="en-US"/>
              <a:t> </a:t>
            </a:r>
            <a:r>
              <a:rPr lang="en-US" err="1"/>
              <a:t>ejdit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justo</a:t>
            </a:r>
            <a:r>
              <a:rPr lang="en-US"/>
              <a:t> non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sagittis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. </a:t>
            </a:r>
          </a:p>
          <a:p>
            <a:pPr lvl="1"/>
            <a:r>
              <a:rPr lang="en-US" err="1"/>
              <a:t>Dras</a:t>
            </a:r>
            <a:r>
              <a:rPr lang="en-US"/>
              <a:t> at </a:t>
            </a:r>
            <a:r>
              <a:rPr lang="en-US" err="1"/>
              <a:t>sollicitudin</a:t>
            </a:r>
            <a:r>
              <a:rPr lang="en-US"/>
              <a:t> mi. Donec vestibulum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, id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turpis</a:t>
            </a:r>
            <a:r>
              <a:rPr lang="en-US"/>
              <a:t> tempus </a:t>
            </a:r>
            <a:r>
              <a:rPr lang="en-US" err="1"/>
              <a:t>quis</a:t>
            </a:r>
            <a:r>
              <a:rPr lang="en-US"/>
              <a:t>. </a:t>
            </a:r>
          </a:p>
          <a:p>
            <a:pPr lvl="1"/>
            <a:r>
              <a:rPr lang="en-US"/>
              <a:t>In hac </a:t>
            </a:r>
            <a:r>
              <a:rPr lang="en-US" err="1"/>
              <a:t>habitasse</a:t>
            </a:r>
            <a:r>
              <a:rPr lang="en-US"/>
              <a:t> </a:t>
            </a:r>
            <a:r>
              <a:rPr lang="en-US" err="1"/>
              <a:t>platea</a:t>
            </a:r>
            <a:r>
              <a:rPr lang="en-US"/>
              <a:t> </a:t>
            </a:r>
            <a:r>
              <a:rPr lang="en-US" err="1"/>
              <a:t>dictumst</a:t>
            </a:r>
            <a:r>
              <a:rPr lang="en-US"/>
              <a:t>. In </a:t>
            </a:r>
            <a:r>
              <a:rPr lang="en-US" err="1"/>
              <a:t>malesu</a:t>
            </a:r>
            <a:r>
              <a:rPr lang="en-US"/>
              <a:t> </a:t>
            </a:r>
          </a:p>
          <a:p>
            <a:pPr marL="365760" marR="0" lvl="2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F96E3"/>
              </a:buClr>
              <a:buSzTx/>
              <a:buFont typeface="Poppins" panose="00000500000000000000" pitchFamily="2" charset="0"/>
              <a:buChar char="⁄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2957"/>
                </a:solidFill>
                <a:effectLst/>
                <a:uLnTx/>
                <a:uFillTx/>
                <a:latin typeface="Poppins Light"/>
                <a:ea typeface="+mn-ea"/>
                <a:cs typeface="+mn-cs"/>
              </a:rPr>
              <a:t>Third level</a:t>
            </a:r>
          </a:p>
          <a:p>
            <a:pPr marL="548640" marR="0" lvl="3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F96E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2957"/>
                </a:solidFill>
                <a:effectLst/>
                <a:uLnTx/>
                <a:uFillTx/>
                <a:latin typeface="Poppins Light"/>
                <a:ea typeface="+mn-ea"/>
                <a:cs typeface="+mn-cs"/>
              </a:rPr>
              <a:t>Fourth level</a:t>
            </a:r>
          </a:p>
          <a:p>
            <a:pPr marL="777240" marR="0" lvl="4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F96E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2957"/>
                </a:solidFill>
                <a:effectLst/>
                <a:uLnTx/>
                <a:uFillTx/>
                <a:latin typeface="Poppins Light"/>
                <a:ea typeface="+mn-ea"/>
                <a:cs typeface="+mn-cs"/>
              </a:rPr>
              <a:t>Fifth level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6503CAD2-217B-4162-9861-77EF48B2AF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813" t="-10108" r="248" b="43169"/>
          <a:stretch/>
        </p:blipFill>
        <p:spPr>
          <a:xfrm rot="10800000">
            <a:off x="10049855" y="4710"/>
            <a:ext cx="2142142" cy="2142142"/>
          </a:xfrm>
          <a:prstGeom prst="rect">
            <a:avLst/>
          </a:prstGeom>
        </p:spPr>
      </p:pic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6CDDEE3-5C0F-40CE-BB75-97EAA9CC389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0116" y="1270957"/>
            <a:ext cx="11282972" cy="316592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0FC0ED8-A505-A4F9-7083-C934D3671CC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9474" y="6455740"/>
            <a:ext cx="774583" cy="2452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2AAAE23-5500-D633-1E29-3E43CFEC88D6}"/>
              </a:ext>
            </a:extLst>
          </p:cNvPr>
          <p:cNvSpPr txBox="1"/>
          <p:nvPr userDrawn="1"/>
        </p:nvSpPr>
        <p:spPr>
          <a:xfrm flipH="1">
            <a:off x="10794564" y="6349782"/>
            <a:ext cx="1177962" cy="45720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>
                <a:solidFill>
                  <a:schemeClr val="accent3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Confidential	</a:t>
            </a:r>
            <a:r>
              <a:rPr lang="en-US" sz="90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/ </a:t>
            </a:r>
            <a:fld id="{48F63A3B-78C7-47BE-AE5E-E10140E04643}" type="slidenum">
              <a:rPr lang="en-US" sz="900" smtClean="0">
                <a:solidFill>
                  <a:schemeClr val="tx1"/>
                </a:solidFill>
                <a:latin typeface="+mn-lt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90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0706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ise en page avec sous-tit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73CE9E92-2333-44F4-AA12-44FF0199E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0923" y="5864444"/>
            <a:ext cx="11322165" cy="230246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00A70454-7D28-4964-A63D-B09FBF7D8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3" y="455885"/>
            <a:ext cx="11322164" cy="79284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19B06477-C557-4B9F-AEF0-ED895EF5FD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0114" y="1796156"/>
            <a:ext cx="10033559" cy="3707238"/>
          </a:xfrm>
          <a:prstGeom prst="rect">
            <a:avLst/>
          </a:prstGeom>
        </p:spPr>
        <p:txBody>
          <a:bodyPr lIns="0" tIns="0" rIns="0" bIns="0"/>
          <a:lstStyle>
            <a:lvl1pPr algn="l">
              <a:spcAft>
                <a:spcPts val="1200"/>
              </a:spcAft>
              <a:defRPr sz="1500">
                <a:solidFill>
                  <a:schemeClr val="tx1"/>
                </a:solidFill>
              </a:defRPr>
            </a:lvl1pPr>
            <a:lvl2pPr marL="228600" indent="-228600" algn="l">
              <a:spcAft>
                <a:spcPts val="1200"/>
              </a:spcAft>
              <a:buClr>
                <a:schemeClr val="accent1"/>
              </a:buClr>
              <a:buSzPct val="120000"/>
              <a:buFont typeface="Poppins" panose="00000500000000000000" pitchFamily="2" charset="0"/>
              <a:buChar char="⁄"/>
              <a:defRPr sz="1500">
                <a:solidFill>
                  <a:schemeClr val="tx1"/>
                </a:solidFill>
              </a:defRPr>
            </a:lvl2pPr>
            <a:lvl3pPr marL="685800" indent="-228600" algn="l">
              <a:spcAft>
                <a:spcPts val="1200"/>
              </a:spcAft>
              <a:buClr>
                <a:schemeClr val="accent1"/>
              </a:buClr>
              <a:buSzPct val="120000"/>
              <a:buFont typeface="Poppins" panose="00000500000000000000" pitchFamily="2" charset="0"/>
              <a:buChar char="⁄"/>
              <a:defRPr sz="1500">
                <a:solidFill>
                  <a:schemeClr val="tx1"/>
                </a:solidFill>
              </a:defRPr>
            </a:lvl3pPr>
            <a:lvl4pPr marL="1200150" indent="-285750" algn="l"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</a:defRPr>
            </a:lvl4pPr>
            <a:lvl5pPr marL="1657350" indent="-285750" algn="l"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Lorem ipsum </a:t>
            </a:r>
            <a:r>
              <a:rPr lang="en-US" err="1"/>
              <a:t>odlor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</a:t>
            </a:r>
            <a:r>
              <a:rPr lang="en-US"/>
              <a:t> </a:t>
            </a:r>
            <a:r>
              <a:rPr lang="en-US" err="1"/>
              <a:t>steitur</a:t>
            </a:r>
            <a:r>
              <a:rPr lang="en-US"/>
              <a:t> </a:t>
            </a:r>
            <a:r>
              <a:rPr lang="en-US" err="1"/>
              <a:t>adi</a:t>
            </a:r>
            <a:r>
              <a:rPr lang="en-US"/>
              <a:t> </a:t>
            </a:r>
            <a:r>
              <a:rPr lang="en-US" err="1"/>
              <a:t>piscing</a:t>
            </a:r>
            <a:r>
              <a:rPr lang="en-US"/>
              <a:t> </a:t>
            </a:r>
            <a:r>
              <a:rPr lang="en-US" err="1"/>
              <a:t>ejdit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justo</a:t>
            </a:r>
            <a:r>
              <a:rPr lang="en-US"/>
              <a:t> non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sagittis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. </a:t>
            </a:r>
          </a:p>
          <a:p>
            <a:pPr lvl="1"/>
            <a:r>
              <a:rPr lang="en-US" err="1"/>
              <a:t>Dras</a:t>
            </a:r>
            <a:r>
              <a:rPr lang="en-US"/>
              <a:t> at </a:t>
            </a:r>
            <a:r>
              <a:rPr lang="en-US" err="1"/>
              <a:t>sollicitudin</a:t>
            </a:r>
            <a:r>
              <a:rPr lang="en-US"/>
              <a:t> mi. Donec vestibulum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, id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turpis</a:t>
            </a:r>
            <a:r>
              <a:rPr lang="en-US"/>
              <a:t> tempus </a:t>
            </a:r>
            <a:r>
              <a:rPr lang="en-US" err="1"/>
              <a:t>quis</a:t>
            </a:r>
            <a:r>
              <a:rPr lang="en-US"/>
              <a:t>. </a:t>
            </a:r>
          </a:p>
          <a:p>
            <a:pPr lvl="1"/>
            <a:r>
              <a:rPr lang="en-US"/>
              <a:t>In hac </a:t>
            </a:r>
            <a:r>
              <a:rPr lang="en-US" err="1"/>
              <a:t>habitasse</a:t>
            </a:r>
            <a:r>
              <a:rPr lang="en-US"/>
              <a:t> </a:t>
            </a:r>
            <a:r>
              <a:rPr lang="en-US" err="1"/>
              <a:t>platea</a:t>
            </a:r>
            <a:r>
              <a:rPr lang="en-US"/>
              <a:t> </a:t>
            </a:r>
            <a:r>
              <a:rPr lang="en-US" err="1"/>
              <a:t>dictumst</a:t>
            </a:r>
            <a:r>
              <a:rPr lang="en-US"/>
              <a:t>. In </a:t>
            </a:r>
            <a:r>
              <a:rPr lang="en-US" err="1"/>
              <a:t>malesu</a:t>
            </a:r>
            <a:r>
              <a:rPr lang="en-US"/>
              <a:t> </a:t>
            </a:r>
          </a:p>
          <a:p>
            <a:pPr marL="365760" marR="0" lvl="2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F96E3"/>
              </a:buClr>
              <a:buSzTx/>
              <a:buFont typeface="Poppins" panose="00000500000000000000" pitchFamily="2" charset="0"/>
              <a:buChar char="⁄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2957"/>
                </a:solidFill>
                <a:effectLst/>
                <a:uLnTx/>
                <a:uFillTx/>
                <a:latin typeface="Poppins Light"/>
                <a:ea typeface="+mn-ea"/>
                <a:cs typeface="+mn-cs"/>
              </a:rPr>
              <a:t>Third level</a:t>
            </a:r>
          </a:p>
          <a:p>
            <a:pPr marL="548640" marR="0" lvl="3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F96E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2957"/>
                </a:solidFill>
                <a:effectLst/>
                <a:uLnTx/>
                <a:uFillTx/>
                <a:latin typeface="Poppins Light"/>
                <a:ea typeface="+mn-ea"/>
                <a:cs typeface="+mn-cs"/>
              </a:rPr>
              <a:t>Fourth level</a:t>
            </a:r>
          </a:p>
          <a:p>
            <a:pPr marL="777240" marR="0" lvl="4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F96E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2957"/>
                </a:solidFill>
                <a:effectLst/>
                <a:uLnTx/>
                <a:uFillTx/>
                <a:latin typeface="Poppins Light"/>
                <a:ea typeface="+mn-ea"/>
                <a:cs typeface="+mn-cs"/>
              </a:rPr>
              <a:t>Fifth level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6503CAD2-217B-4162-9861-77EF48B2AF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813" t="-10108" r="248" b="43169"/>
          <a:stretch/>
        </p:blipFill>
        <p:spPr>
          <a:xfrm rot="10800000">
            <a:off x="10049855" y="4710"/>
            <a:ext cx="2142142" cy="2142142"/>
          </a:xfrm>
          <a:prstGeom prst="rect">
            <a:avLst/>
          </a:prstGeom>
        </p:spPr>
      </p:pic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DF8C8C66-F279-4A30-9D02-71F5A75866C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0116" y="1270957"/>
            <a:ext cx="11282972" cy="316592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1970133-BA92-D142-0444-9BB05D6793C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9474" y="6455740"/>
            <a:ext cx="774583" cy="2452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864CE9-8AD9-5B23-4322-C40564E3D9CE}"/>
              </a:ext>
            </a:extLst>
          </p:cNvPr>
          <p:cNvSpPr txBox="1"/>
          <p:nvPr userDrawn="1"/>
        </p:nvSpPr>
        <p:spPr>
          <a:xfrm flipH="1">
            <a:off x="10794564" y="6349782"/>
            <a:ext cx="1177962" cy="45720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>
                <a:solidFill>
                  <a:schemeClr val="accent3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Confidential	</a:t>
            </a:r>
            <a:r>
              <a:rPr lang="en-US" sz="90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/ </a:t>
            </a:r>
            <a:fld id="{48F63A3B-78C7-47BE-AE5E-E10140E04643}" type="slidenum">
              <a:rPr lang="en-US" sz="900" smtClean="0">
                <a:solidFill>
                  <a:schemeClr val="tx1"/>
                </a:solidFill>
                <a:latin typeface="+mn-lt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90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616104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38">
            <a:extLst>
              <a:ext uri="{FF2B5EF4-FFF2-40B4-BE49-F238E27FC236}">
                <a16:creationId xmlns:a16="http://schemas.microsoft.com/office/drawing/2014/main" id="{3B535E44-6AFF-4793-908D-5A6AB5741875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377724" y="1248727"/>
            <a:ext cx="2677448" cy="1970921"/>
          </a:xfrm>
          <a:prstGeom prst="roundRect">
            <a:avLst>
              <a:gd name="adj" fmla="val 3211"/>
            </a:avLst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</a:t>
            </a:r>
          </a:p>
        </p:txBody>
      </p:sp>
      <p:sp>
        <p:nvSpPr>
          <p:cNvPr id="26" name="Picture Placeholder 38">
            <a:extLst>
              <a:ext uri="{FF2B5EF4-FFF2-40B4-BE49-F238E27FC236}">
                <a16:creationId xmlns:a16="http://schemas.microsoft.com/office/drawing/2014/main" id="{D89ED35D-198B-4C67-8531-5A802C552B21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3278701" y="1248727"/>
            <a:ext cx="2677448" cy="1970921"/>
          </a:xfrm>
          <a:prstGeom prst="roundRect">
            <a:avLst>
              <a:gd name="adj" fmla="val 3211"/>
            </a:avLst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</a:t>
            </a:r>
          </a:p>
        </p:txBody>
      </p:sp>
      <p:sp>
        <p:nvSpPr>
          <p:cNvPr id="28" name="Picture Placeholder 38">
            <a:extLst>
              <a:ext uri="{FF2B5EF4-FFF2-40B4-BE49-F238E27FC236}">
                <a16:creationId xmlns:a16="http://schemas.microsoft.com/office/drawing/2014/main" id="{B0BA6577-CAD9-429A-81FD-61D10460056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179678" y="1248727"/>
            <a:ext cx="2677448" cy="1970921"/>
          </a:xfrm>
          <a:prstGeom prst="roundRect">
            <a:avLst>
              <a:gd name="adj" fmla="val 3211"/>
            </a:avLst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</a:t>
            </a:r>
          </a:p>
        </p:txBody>
      </p:sp>
      <p:sp>
        <p:nvSpPr>
          <p:cNvPr id="30" name="Picture Placeholder 38">
            <a:extLst>
              <a:ext uri="{FF2B5EF4-FFF2-40B4-BE49-F238E27FC236}">
                <a16:creationId xmlns:a16="http://schemas.microsoft.com/office/drawing/2014/main" id="{979B3D61-EE33-4A2E-AAC2-5D1BEE62DA99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9080656" y="1248727"/>
            <a:ext cx="2677448" cy="1970921"/>
          </a:xfrm>
          <a:prstGeom prst="roundRect">
            <a:avLst>
              <a:gd name="adj" fmla="val 3211"/>
            </a:avLst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AFA9FD-96C7-468D-B23A-B3F29254109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446418" y="3474003"/>
            <a:ext cx="2596231" cy="2402921"/>
          </a:xfrm>
          <a:prstGeom prst="rect">
            <a:avLst/>
          </a:prstGeom>
        </p:spPr>
        <p:txBody>
          <a:bodyPr/>
          <a:lstStyle>
            <a:lvl2pPr>
              <a:buNone/>
              <a:defRPr>
                <a:solidFill>
                  <a:schemeClr val="accent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2pPr>
          </a:lstStyle>
          <a:p>
            <a:pPr lvl="1"/>
            <a:r>
              <a:rPr lang="en-US"/>
              <a:t>Lorem Ipsum </a:t>
            </a:r>
          </a:p>
          <a:p>
            <a:pPr marL="365760" marR="0" lvl="2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F96E3"/>
              </a:buClr>
              <a:buSzTx/>
              <a:buFont typeface="Poppins" panose="00000500000000000000" pitchFamily="2" charset="0"/>
              <a:buChar char="⁄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2957"/>
                </a:solidFill>
                <a:effectLst/>
                <a:uLnTx/>
                <a:uFillTx/>
                <a:latin typeface="Poppins Light"/>
                <a:ea typeface="+mn-ea"/>
                <a:cs typeface="+mn-cs"/>
              </a:rPr>
              <a:t>Third level</a:t>
            </a:r>
          </a:p>
          <a:p>
            <a:pPr marL="548640" marR="0" lvl="3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F96E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2957"/>
                </a:solidFill>
                <a:effectLst/>
                <a:uLnTx/>
                <a:uFillTx/>
                <a:latin typeface="Poppins Light"/>
                <a:ea typeface="+mn-ea"/>
                <a:cs typeface="+mn-cs"/>
              </a:rPr>
              <a:t>Fourth level</a:t>
            </a:r>
          </a:p>
          <a:p>
            <a:pPr marL="777240" marR="0" lvl="4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F96E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2957"/>
                </a:solidFill>
                <a:effectLst/>
                <a:uLnTx/>
                <a:uFillTx/>
                <a:latin typeface="Poppins Light"/>
                <a:ea typeface="+mn-ea"/>
                <a:cs typeface="+mn-cs"/>
              </a:rPr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7E40D19C-93F9-4B25-9ED0-90182328C966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325542" y="3474003"/>
            <a:ext cx="2596231" cy="2402921"/>
          </a:xfrm>
          <a:prstGeom prst="rect">
            <a:avLst/>
          </a:prstGeom>
        </p:spPr>
        <p:txBody>
          <a:bodyPr/>
          <a:lstStyle>
            <a:lvl2pPr>
              <a:buNone/>
              <a:defRPr>
                <a:solidFill>
                  <a:schemeClr val="accent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2pPr>
          </a:lstStyle>
          <a:p>
            <a:pPr lvl="1"/>
            <a:r>
              <a:rPr lang="en-US"/>
              <a:t>Lorem Ipsum </a:t>
            </a:r>
          </a:p>
          <a:p>
            <a:pPr marL="365760" marR="0" lvl="2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F96E3"/>
              </a:buClr>
              <a:buSzTx/>
              <a:buFont typeface="Poppins" panose="00000500000000000000" pitchFamily="2" charset="0"/>
              <a:buChar char="⁄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2957"/>
                </a:solidFill>
                <a:effectLst/>
                <a:uLnTx/>
                <a:uFillTx/>
                <a:latin typeface="Poppins Light"/>
                <a:ea typeface="+mn-ea"/>
                <a:cs typeface="+mn-cs"/>
              </a:rPr>
              <a:t>Third level</a:t>
            </a:r>
          </a:p>
          <a:p>
            <a:pPr marL="548640" marR="0" lvl="3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F96E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2957"/>
                </a:solidFill>
                <a:effectLst/>
                <a:uLnTx/>
                <a:uFillTx/>
                <a:latin typeface="Poppins Light"/>
                <a:ea typeface="+mn-ea"/>
                <a:cs typeface="+mn-cs"/>
              </a:rPr>
              <a:t>Fourth level</a:t>
            </a:r>
          </a:p>
          <a:p>
            <a:pPr marL="777240" marR="0" lvl="4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F96E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2957"/>
                </a:solidFill>
                <a:effectLst/>
                <a:uLnTx/>
                <a:uFillTx/>
                <a:latin typeface="Poppins Light"/>
                <a:ea typeface="+mn-ea"/>
                <a:cs typeface="+mn-cs"/>
              </a:rPr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B5D3A65-CE80-4FFB-8769-96B32609B2CD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192310" y="3474003"/>
            <a:ext cx="2596231" cy="2402921"/>
          </a:xfrm>
          <a:prstGeom prst="rect">
            <a:avLst/>
          </a:prstGeom>
        </p:spPr>
        <p:txBody>
          <a:bodyPr/>
          <a:lstStyle>
            <a:lvl2pPr>
              <a:buNone/>
              <a:defRPr>
                <a:solidFill>
                  <a:schemeClr val="accent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2pPr>
          </a:lstStyle>
          <a:p>
            <a:pPr lvl="1"/>
            <a:r>
              <a:rPr lang="en-US"/>
              <a:t>Lorem Ipsum </a:t>
            </a:r>
          </a:p>
          <a:p>
            <a:pPr marL="365760" marR="0" lvl="2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F96E3"/>
              </a:buClr>
              <a:buSzTx/>
              <a:buFont typeface="Poppins" panose="00000500000000000000" pitchFamily="2" charset="0"/>
              <a:buChar char="⁄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2957"/>
                </a:solidFill>
                <a:effectLst/>
                <a:uLnTx/>
                <a:uFillTx/>
                <a:latin typeface="Poppins Light"/>
                <a:ea typeface="+mn-ea"/>
                <a:cs typeface="+mn-cs"/>
              </a:rPr>
              <a:t>Third level</a:t>
            </a:r>
          </a:p>
          <a:p>
            <a:pPr marL="548640" marR="0" lvl="3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F96E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2957"/>
                </a:solidFill>
                <a:effectLst/>
                <a:uLnTx/>
                <a:uFillTx/>
                <a:latin typeface="Poppins Light"/>
                <a:ea typeface="+mn-ea"/>
                <a:cs typeface="+mn-cs"/>
              </a:rPr>
              <a:t>Fourth level</a:t>
            </a:r>
          </a:p>
          <a:p>
            <a:pPr marL="777240" marR="0" lvl="4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F96E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2957"/>
                </a:solidFill>
                <a:effectLst/>
                <a:uLnTx/>
                <a:uFillTx/>
                <a:latin typeface="Poppins Light"/>
                <a:ea typeface="+mn-ea"/>
                <a:cs typeface="+mn-cs"/>
              </a:rPr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B6B78A4-44C0-41AA-BCBD-7AD92C4DD53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034364" y="3474003"/>
            <a:ext cx="2596231" cy="2402921"/>
          </a:xfrm>
          <a:prstGeom prst="rect">
            <a:avLst/>
          </a:prstGeom>
        </p:spPr>
        <p:txBody>
          <a:bodyPr/>
          <a:lstStyle>
            <a:lvl2pPr>
              <a:buNone/>
              <a:defRPr>
                <a:solidFill>
                  <a:schemeClr val="accent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2pPr>
          </a:lstStyle>
          <a:p>
            <a:pPr lvl="1"/>
            <a:r>
              <a:rPr lang="en-US"/>
              <a:t>Lorem Ipsum </a:t>
            </a:r>
          </a:p>
          <a:p>
            <a:pPr marL="365760" marR="0" lvl="2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F96E3"/>
              </a:buClr>
              <a:buSzTx/>
              <a:buFont typeface="Poppins" panose="00000500000000000000" pitchFamily="2" charset="0"/>
              <a:buChar char="⁄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2957"/>
                </a:solidFill>
                <a:effectLst/>
                <a:uLnTx/>
                <a:uFillTx/>
                <a:latin typeface="Poppins Light"/>
                <a:ea typeface="+mn-ea"/>
                <a:cs typeface="+mn-cs"/>
              </a:rPr>
              <a:t>Third level</a:t>
            </a:r>
          </a:p>
          <a:p>
            <a:pPr marL="548640" marR="0" lvl="3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F96E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2957"/>
                </a:solidFill>
                <a:effectLst/>
                <a:uLnTx/>
                <a:uFillTx/>
                <a:latin typeface="Poppins Light"/>
                <a:ea typeface="+mn-ea"/>
                <a:cs typeface="+mn-cs"/>
              </a:rPr>
              <a:t>Fourth level</a:t>
            </a:r>
          </a:p>
          <a:p>
            <a:pPr marL="777240" marR="0" lvl="4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F96E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2957"/>
                </a:solidFill>
                <a:effectLst/>
                <a:uLnTx/>
                <a:uFillTx/>
                <a:latin typeface="Poppins Light"/>
                <a:ea typeface="+mn-ea"/>
                <a:cs typeface="+mn-cs"/>
              </a:rPr>
              <a:t>Fifth level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835F5D9-C7B1-6B0F-FA79-5AB86927FB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474" y="6455740"/>
            <a:ext cx="774583" cy="2452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33A43E-0CA5-422F-E04A-B0D2B3996139}"/>
              </a:ext>
            </a:extLst>
          </p:cNvPr>
          <p:cNvSpPr txBox="1"/>
          <p:nvPr userDrawn="1"/>
        </p:nvSpPr>
        <p:spPr>
          <a:xfrm flipH="1">
            <a:off x="10794564" y="6349782"/>
            <a:ext cx="1177962" cy="45720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>
                <a:solidFill>
                  <a:schemeClr val="accent3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Confidential	</a:t>
            </a:r>
            <a:r>
              <a:rPr lang="en-US" sz="90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/ </a:t>
            </a:r>
            <a:fld id="{48F63A3B-78C7-47BE-AE5E-E10140E04643}" type="slidenum">
              <a:rPr lang="en-US" sz="900" smtClean="0">
                <a:solidFill>
                  <a:schemeClr val="tx1"/>
                </a:solidFill>
                <a:latin typeface="+mn-lt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90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553263-53FB-7E4D-C06C-3050910AC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3" y="455885"/>
            <a:ext cx="11322164" cy="79284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395667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937">
          <p15:clr>
            <a:srgbClr val="FBAE40"/>
          </p15:clr>
        </p15:guide>
        <p15:guide id="3" pos="6743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38">
            <a:extLst>
              <a:ext uri="{FF2B5EF4-FFF2-40B4-BE49-F238E27FC236}">
                <a16:creationId xmlns:a16="http://schemas.microsoft.com/office/drawing/2014/main" id="{B0BA6577-CAD9-429A-81FD-61D10460056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7992932" y="1248727"/>
            <a:ext cx="3575121" cy="1970921"/>
          </a:xfrm>
          <a:prstGeom prst="roundRect">
            <a:avLst>
              <a:gd name="adj" fmla="val 3211"/>
            </a:avLst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</a:t>
            </a:r>
          </a:p>
        </p:txBody>
      </p:sp>
      <p:sp>
        <p:nvSpPr>
          <p:cNvPr id="13" name="Picture Placeholder 38">
            <a:extLst>
              <a:ext uri="{FF2B5EF4-FFF2-40B4-BE49-F238E27FC236}">
                <a16:creationId xmlns:a16="http://schemas.microsoft.com/office/drawing/2014/main" id="{ADB08DEB-3BEB-4CE7-A004-C1969B96D522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4195483" y="1248727"/>
            <a:ext cx="3575121" cy="1970921"/>
          </a:xfrm>
          <a:prstGeom prst="roundRect">
            <a:avLst>
              <a:gd name="adj" fmla="val 3211"/>
            </a:avLst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</a:t>
            </a:r>
          </a:p>
        </p:txBody>
      </p:sp>
      <p:sp>
        <p:nvSpPr>
          <p:cNvPr id="15" name="Picture Placeholder 38">
            <a:extLst>
              <a:ext uri="{FF2B5EF4-FFF2-40B4-BE49-F238E27FC236}">
                <a16:creationId xmlns:a16="http://schemas.microsoft.com/office/drawing/2014/main" id="{3DB23E42-C6E4-49A3-806C-DDA20F1D229E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398034" y="1248727"/>
            <a:ext cx="3575121" cy="1970921"/>
          </a:xfrm>
          <a:prstGeom prst="roundRect">
            <a:avLst>
              <a:gd name="adj" fmla="val 3211"/>
            </a:avLst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C29A17DF-580C-41C4-BAA5-AA35BB6E4F3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165802" y="3474003"/>
            <a:ext cx="3514215" cy="2402921"/>
          </a:xfrm>
          <a:prstGeom prst="rect">
            <a:avLst/>
          </a:prstGeom>
        </p:spPr>
        <p:txBody>
          <a:bodyPr/>
          <a:lstStyle>
            <a:lvl2pPr>
              <a:buNone/>
              <a:defRPr>
                <a:solidFill>
                  <a:schemeClr val="accent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2pPr>
            <a:lvl3pPr marL="182880" indent="0">
              <a:buNone/>
              <a:defRPr/>
            </a:lvl3pPr>
          </a:lstStyle>
          <a:p>
            <a:pPr lvl="1"/>
            <a:r>
              <a:rPr lang="en-US"/>
              <a:t>Lorem Ipsum </a:t>
            </a:r>
          </a:p>
          <a:p>
            <a:pPr marL="365760" marR="0" lvl="2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F96E3"/>
              </a:buClr>
              <a:buSzTx/>
              <a:buFont typeface="Poppins" panose="00000500000000000000" pitchFamily="2" charset="0"/>
              <a:buChar char="⁄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2957"/>
                </a:solidFill>
                <a:effectLst/>
                <a:uLnTx/>
                <a:uFillTx/>
                <a:latin typeface="Poppins Light"/>
                <a:ea typeface="+mn-ea"/>
                <a:cs typeface="+mn-cs"/>
              </a:rPr>
              <a:t>Third level</a:t>
            </a:r>
          </a:p>
          <a:p>
            <a:pPr marL="548640" marR="0" lvl="3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F96E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2957"/>
                </a:solidFill>
                <a:effectLst/>
                <a:uLnTx/>
                <a:uFillTx/>
                <a:latin typeface="Poppins Light"/>
                <a:ea typeface="+mn-ea"/>
                <a:cs typeface="+mn-cs"/>
              </a:rPr>
              <a:t>Fourth level</a:t>
            </a:r>
          </a:p>
          <a:p>
            <a:pPr marL="777240" marR="0" lvl="4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F96E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2957"/>
                </a:solidFill>
                <a:effectLst/>
                <a:uLnTx/>
                <a:uFillTx/>
                <a:latin typeface="Poppins Light"/>
                <a:ea typeface="+mn-ea"/>
                <a:cs typeface="+mn-cs"/>
              </a:rPr>
              <a:t>Fifth level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C984095-8D58-4088-861A-D21CD31490B1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984040" y="3474003"/>
            <a:ext cx="3514215" cy="2402921"/>
          </a:xfrm>
          <a:prstGeom prst="rect">
            <a:avLst/>
          </a:prstGeom>
        </p:spPr>
        <p:txBody>
          <a:bodyPr/>
          <a:lstStyle>
            <a:lvl2pPr>
              <a:buNone/>
              <a:defRPr>
                <a:solidFill>
                  <a:schemeClr val="accent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2pPr>
          </a:lstStyle>
          <a:p>
            <a:pPr lvl="1"/>
            <a:r>
              <a:rPr lang="en-US"/>
              <a:t>Lorem Ipsum </a:t>
            </a:r>
          </a:p>
          <a:p>
            <a:pPr marL="365760" marR="0" lvl="2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F96E3"/>
              </a:buClr>
              <a:buSzTx/>
              <a:buFont typeface="Poppins" panose="00000500000000000000" pitchFamily="2" charset="0"/>
              <a:buChar char="⁄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2957"/>
                </a:solidFill>
                <a:effectLst/>
                <a:uLnTx/>
                <a:uFillTx/>
                <a:latin typeface="Poppins Light"/>
                <a:ea typeface="+mn-ea"/>
                <a:cs typeface="+mn-cs"/>
              </a:rPr>
              <a:t>Third level</a:t>
            </a:r>
          </a:p>
          <a:p>
            <a:pPr marL="548640" marR="0" lvl="3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F96E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2957"/>
                </a:solidFill>
                <a:effectLst/>
                <a:uLnTx/>
                <a:uFillTx/>
                <a:latin typeface="Poppins Light"/>
                <a:ea typeface="+mn-ea"/>
                <a:cs typeface="+mn-cs"/>
              </a:rPr>
              <a:t>Fourth level</a:t>
            </a:r>
          </a:p>
          <a:p>
            <a:pPr marL="777240" marR="0" lvl="4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F96E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2957"/>
                </a:solidFill>
                <a:effectLst/>
                <a:uLnTx/>
                <a:uFillTx/>
                <a:latin typeface="Poppins Light"/>
                <a:ea typeface="+mn-ea"/>
                <a:cs typeface="+mn-cs"/>
              </a:rPr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77C7A94-77F5-4056-BC40-29E184BF82DC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434061" y="3474003"/>
            <a:ext cx="3514215" cy="2402921"/>
          </a:xfrm>
          <a:prstGeom prst="rect">
            <a:avLst/>
          </a:prstGeom>
        </p:spPr>
        <p:txBody>
          <a:bodyPr/>
          <a:lstStyle>
            <a:lvl2pPr>
              <a:buNone/>
              <a:defRPr>
                <a:solidFill>
                  <a:schemeClr val="accent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2pPr>
            <a:lvl3pPr marL="182880" indent="0">
              <a:buNone/>
              <a:defRPr/>
            </a:lvl3pPr>
          </a:lstStyle>
          <a:p>
            <a:pPr lvl="1"/>
            <a:r>
              <a:rPr lang="en-US"/>
              <a:t>Lorem Ipsum </a:t>
            </a:r>
          </a:p>
          <a:p>
            <a:pPr marL="365760" marR="0" lvl="2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F96E3"/>
              </a:buClr>
              <a:buSzTx/>
              <a:buFont typeface="Poppins" panose="00000500000000000000" pitchFamily="2" charset="0"/>
              <a:buChar char="⁄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2957"/>
                </a:solidFill>
                <a:effectLst/>
                <a:uLnTx/>
                <a:uFillTx/>
                <a:latin typeface="Poppins Light"/>
                <a:ea typeface="+mn-ea"/>
                <a:cs typeface="+mn-cs"/>
              </a:rPr>
              <a:t>Third level</a:t>
            </a:r>
          </a:p>
          <a:p>
            <a:pPr marL="548640" marR="0" lvl="3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F96E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2957"/>
                </a:solidFill>
                <a:effectLst/>
                <a:uLnTx/>
                <a:uFillTx/>
                <a:latin typeface="Poppins Light"/>
                <a:ea typeface="+mn-ea"/>
                <a:cs typeface="+mn-cs"/>
              </a:rPr>
              <a:t>Fourth level</a:t>
            </a:r>
          </a:p>
          <a:p>
            <a:pPr marL="777240" marR="0" lvl="4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F96E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2957"/>
                </a:solidFill>
                <a:effectLst/>
                <a:uLnTx/>
                <a:uFillTx/>
                <a:latin typeface="Poppins Light"/>
                <a:ea typeface="+mn-ea"/>
                <a:cs typeface="+mn-cs"/>
              </a:rPr>
              <a:t>Fifth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12376FB-3FF7-993C-30D5-12206BE743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474" y="6455740"/>
            <a:ext cx="774583" cy="2452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4E9371-024A-F033-605B-7D2D478AE9E2}"/>
              </a:ext>
            </a:extLst>
          </p:cNvPr>
          <p:cNvSpPr txBox="1"/>
          <p:nvPr userDrawn="1"/>
        </p:nvSpPr>
        <p:spPr>
          <a:xfrm flipH="1">
            <a:off x="10794564" y="6349782"/>
            <a:ext cx="1177962" cy="45720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>
                <a:solidFill>
                  <a:schemeClr val="accent3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Confidential	</a:t>
            </a:r>
            <a:r>
              <a:rPr lang="en-US" sz="90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/ </a:t>
            </a:r>
            <a:fld id="{48F63A3B-78C7-47BE-AE5E-E10140E04643}" type="slidenum">
              <a:rPr lang="en-US" sz="900" smtClean="0">
                <a:solidFill>
                  <a:schemeClr val="tx1"/>
                </a:solidFill>
                <a:latin typeface="+mn-lt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90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13F792-EDE9-0CF6-E437-CF39337A6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3" y="455885"/>
            <a:ext cx="11322164" cy="79284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71593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937">
          <p15:clr>
            <a:srgbClr val="FBAE40"/>
          </p15:clr>
        </p15:guide>
        <p15:guide id="3" pos="6743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vider without number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23C30AA-EE47-DBA2-68FA-D1D46E2372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3953" y="1494650"/>
            <a:ext cx="6881247" cy="3259099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defRPr sz="63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Divider </a:t>
            </a:r>
            <a:br>
              <a:rPr lang="en-US"/>
            </a:br>
            <a:r>
              <a:rPr lang="en-US"/>
              <a:t>lorem ipsum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1817D1F-0EC4-73FC-B69F-9420F219A59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3748" y="6158260"/>
            <a:ext cx="994052" cy="314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1950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288" userDrawn="1">
          <p15:clr>
            <a:srgbClr val="FBAE40"/>
          </p15:clr>
        </p15:guide>
        <p15:guide id="4" orient="horz" pos="14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Divider without number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23C30AA-EE47-DBA2-68FA-D1D46E2372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3953" y="1494650"/>
            <a:ext cx="6881247" cy="3259099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defRPr sz="63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Divider </a:t>
            </a:r>
            <a:br>
              <a:rPr lang="en-US"/>
            </a:br>
            <a:r>
              <a:rPr lang="en-US"/>
              <a:t>lorem ipsum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1817D1F-0EC4-73FC-B69F-9420F219A59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3748" y="6158260"/>
            <a:ext cx="994052" cy="314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6462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288" userDrawn="1">
          <p15:clr>
            <a:srgbClr val="FBAE40"/>
          </p15:clr>
        </p15:guide>
        <p15:guide id="4" orient="horz" pos="14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+ Logo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914E0839-F31F-D77F-8719-0EB248C9DF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04898" y="1764792"/>
            <a:ext cx="4953702" cy="3112008"/>
          </a:xfrm>
          <a:prstGeom prst="rect">
            <a:avLst/>
          </a:prstGeom>
        </p:spPr>
        <p:txBody>
          <a:bodyPr lIns="0" tIns="0" rIns="0" bIns="0"/>
          <a:lstStyle>
            <a:lvl1pPr algn="l">
              <a:spcAft>
                <a:spcPts val="1200"/>
              </a:spcAft>
              <a:defRPr sz="2500">
                <a:solidFill>
                  <a:schemeClr val="tx1"/>
                </a:solidFill>
              </a:defRPr>
            </a:lvl1pPr>
            <a:lvl2pPr marL="228600" indent="-228600" algn="l">
              <a:spcAft>
                <a:spcPts val="1200"/>
              </a:spcAft>
              <a:buFontTx/>
              <a:buBlip>
                <a:blip r:embed="rId3"/>
              </a:buBlip>
              <a:defRPr sz="1500">
                <a:solidFill>
                  <a:schemeClr val="tx1"/>
                </a:solidFill>
              </a:defRPr>
            </a:lvl2pPr>
            <a:lvl3pPr marL="685800" indent="-228600" algn="l">
              <a:spcAft>
                <a:spcPts val="1200"/>
              </a:spcAft>
              <a:buFontTx/>
              <a:buBlip>
                <a:blip r:embed="rId3"/>
              </a:buBlip>
              <a:defRPr sz="1500">
                <a:solidFill>
                  <a:schemeClr val="tx1"/>
                </a:solidFill>
              </a:defRPr>
            </a:lvl3pPr>
            <a:lvl4pPr marL="1143000" indent="-228600" algn="l">
              <a:spcAft>
                <a:spcPts val="1200"/>
              </a:spcAft>
              <a:buFontTx/>
              <a:buBlip>
                <a:blip r:embed="rId3"/>
              </a:buBlip>
              <a:defRPr sz="1500">
                <a:solidFill>
                  <a:schemeClr val="tx1"/>
                </a:solidFill>
              </a:defRPr>
            </a:lvl4pPr>
            <a:lvl5pPr marL="1600200" indent="-228600" algn="l">
              <a:spcAft>
                <a:spcPts val="1200"/>
              </a:spcAft>
              <a:buFontTx/>
              <a:buBlip>
                <a:blip r:embed="rId3"/>
              </a:buBlip>
              <a:defRPr sz="15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In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loremipsum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. Aenean </a:t>
            </a:r>
            <a:r>
              <a:rPr lang="en-US" err="1"/>
              <a:t>mollis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lorem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. Nam dui </a:t>
            </a:r>
            <a:r>
              <a:rPr lang="en-US" err="1"/>
              <a:t>lectus</a:t>
            </a:r>
            <a:r>
              <a:rPr lang="en-US"/>
              <a:t>, vestibulum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vel,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ligula. Nam vel </a:t>
            </a:r>
            <a:r>
              <a:rPr lang="en-US" err="1"/>
              <a:t>sodales</a:t>
            </a:r>
            <a:r>
              <a:rPr lang="en-US"/>
              <a:t> </a:t>
            </a:r>
            <a:r>
              <a:rPr lang="en-US" err="1"/>
              <a:t>turpis</a:t>
            </a:r>
            <a:r>
              <a:rPr lang="en-US"/>
              <a:t>. </a:t>
            </a:r>
            <a:r>
              <a:rPr lang="en-US" err="1"/>
              <a:t>Praesent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sodales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, vel lorem.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48D6B73-64B6-E3DC-84C0-BFE77127120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04898" y="5239512"/>
            <a:ext cx="4953702" cy="399288"/>
          </a:xfrm>
          <a:prstGeom prst="rect">
            <a:avLst/>
          </a:prstGeom>
        </p:spPr>
        <p:txBody>
          <a:bodyPr lIns="0" tIns="0" rIns="0" bIns="0"/>
          <a:lstStyle>
            <a:lvl1pPr algn="l">
              <a:spcAft>
                <a:spcPts val="0"/>
              </a:spcAft>
              <a:defRPr sz="2500">
                <a:solidFill>
                  <a:schemeClr val="tx1"/>
                </a:solidFill>
              </a:defRPr>
            </a:lvl1pPr>
            <a:lvl2pPr marL="228600" indent="-228600" algn="l">
              <a:spcAft>
                <a:spcPts val="1200"/>
              </a:spcAft>
              <a:buFontTx/>
              <a:buBlip>
                <a:blip r:embed="rId3"/>
              </a:buBlip>
              <a:defRPr sz="1500">
                <a:solidFill>
                  <a:schemeClr val="tx1"/>
                </a:solidFill>
              </a:defRPr>
            </a:lvl2pPr>
            <a:lvl3pPr marL="685800" indent="-228600" algn="l">
              <a:spcAft>
                <a:spcPts val="1200"/>
              </a:spcAft>
              <a:buFontTx/>
              <a:buBlip>
                <a:blip r:embed="rId3"/>
              </a:buBlip>
              <a:defRPr sz="1500">
                <a:solidFill>
                  <a:schemeClr val="tx1"/>
                </a:solidFill>
              </a:defRPr>
            </a:lvl3pPr>
            <a:lvl4pPr marL="1143000" indent="-228600" algn="l">
              <a:spcAft>
                <a:spcPts val="1200"/>
              </a:spcAft>
              <a:buFontTx/>
              <a:buBlip>
                <a:blip r:embed="rId3"/>
              </a:buBlip>
              <a:defRPr sz="1500">
                <a:solidFill>
                  <a:schemeClr val="tx1"/>
                </a:solidFill>
              </a:defRPr>
            </a:lvl4pPr>
            <a:lvl5pPr marL="1600200" indent="-228600" algn="l">
              <a:spcAft>
                <a:spcPts val="1200"/>
              </a:spcAft>
              <a:buFontTx/>
              <a:buBlip>
                <a:blip r:embed="rId3"/>
              </a:buBlip>
              <a:defRPr sz="15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Quoted name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C23B7025-E209-78ED-2F50-EF7ECD5CBA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04898" y="5669280"/>
            <a:ext cx="4953702" cy="332232"/>
          </a:xfrm>
          <a:prstGeom prst="rect">
            <a:avLst/>
          </a:prstGeom>
        </p:spPr>
        <p:txBody>
          <a:bodyPr lIns="0" tIns="0" rIns="0" bIns="0"/>
          <a:lstStyle>
            <a:lvl1pPr algn="l">
              <a:spcAft>
                <a:spcPts val="0"/>
              </a:spcAft>
              <a:defRPr sz="1500">
                <a:solidFill>
                  <a:schemeClr val="tx1"/>
                </a:solidFill>
              </a:defRPr>
            </a:lvl1pPr>
            <a:lvl2pPr marL="228600" indent="-228600" algn="l">
              <a:spcAft>
                <a:spcPts val="1200"/>
              </a:spcAft>
              <a:buFontTx/>
              <a:buBlip>
                <a:blip r:embed="rId3"/>
              </a:buBlip>
              <a:defRPr sz="1500">
                <a:solidFill>
                  <a:schemeClr val="tx1"/>
                </a:solidFill>
              </a:defRPr>
            </a:lvl2pPr>
            <a:lvl3pPr marL="685800" indent="-228600" algn="l">
              <a:spcAft>
                <a:spcPts val="1200"/>
              </a:spcAft>
              <a:buFontTx/>
              <a:buBlip>
                <a:blip r:embed="rId3"/>
              </a:buBlip>
              <a:defRPr sz="1500">
                <a:solidFill>
                  <a:schemeClr val="tx1"/>
                </a:solidFill>
              </a:defRPr>
            </a:lvl3pPr>
            <a:lvl4pPr marL="1143000" indent="-228600" algn="l">
              <a:spcAft>
                <a:spcPts val="1200"/>
              </a:spcAft>
              <a:buFontTx/>
              <a:buBlip>
                <a:blip r:embed="rId3"/>
              </a:buBlip>
              <a:defRPr sz="1500">
                <a:solidFill>
                  <a:schemeClr val="tx1"/>
                </a:solidFill>
              </a:defRPr>
            </a:lvl4pPr>
            <a:lvl5pPr marL="1600200" indent="-228600" algn="l">
              <a:spcAft>
                <a:spcPts val="1200"/>
              </a:spcAft>
              <a:buFontTx/>
              <a:buBlip>
                <a:blip r:embed="rId3"/>
              </a:buBlip>
              <a:defRPr sz="15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Title and Company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241276-EABB-40CB-BF3B-78B1EBB1B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70584" y="2461236"/>
            <a:ext cx="4599783" cy="1935528"/>
          </a:xfrm>
          <a:prstGeom prst="roundRect">
            <a:avLst>
              <a:gd name="adj" fmla="val 4856"/>
            </a:avLst>
          </a:prstGeom>
          <a:solidFill>
            <a:schemeClr val="bg1"/>
          </a:solidFill>
        </p:spPr>
        <p:txBody>
          <a:bodyPr anchor="ctr"/>
          <a:lstStyle>
            <a:lvl1pPr algn="ctr">
              <a:defRPr sz="28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add logo</a:t>
            </a:r>
          </a:p>
          <a:p>
            <a:endParaRPr lang="en-US"/>
          </a:p>
        </p:txBody>
      </p:sp>
      <p:sp>
        <p:nvSpPr>
          <p:cNvPr id="7" name="Graphic 4">
            <a:extLst>
              <a:ext uri="{FF2B5EF4-FFF2-40B4-BE49-F238E27FC236}">
                <a16:creationId xmlns:a16="http://schemas.microsoft.com/office/drawing/2014/main" id="{D32DDE21-8FFE-5F38-A6B7-F99D2B20CB76}"/>
              </a:ext>
            </a:extLst>
          </p:cNvPr>
          <p:cNvSpPr>
            <a:spLocks/>
          </p:cNvSpPr>
          <p:nvPr userDrawn="1"/>
        </p:nvSpPr>
        <p:spPr>
          <a:xfrm>
            <a:off x="6704898" y="450714"/>
            <a:ext cx="1268670" cy="1086434"/>
          </a:xfrm>
          <a:custGeom>
            <a:avLst/>
            <a:gdLst>
              <a:gd name="connsiteX0" fmla="*/ 302476 w 403840"/>
              <a:gd name="connsiteY0" fmla="*/ 345831 h 345831"/>
              <a:gd name="connsiteX1" fmla="*/ 237908 w 403840"/>
              <a:gd name="connsiteY1" fmla="*/ 321785 h 345831"/>
              <a:gd name="connsiteX2" fmla="*/ 213660 w 403840"/>
              <a:gd name="connsiteY2" fmla="*/ 260456 h 345831"/>
              <a:gd name="connsiteX3" fmla="*/ 233334 w 403840"/>
              <a:gd name="connsiteY3" fmla="*/ 191760 h 345831"/>
              <a:gd name="connsiteX4" fmla="*/ 233334 w 403840"/>
              <a:gd name="connsiteY4" fmla="*/ 191760 h 345831"/>
              <a:gd name="connsiteX5" fmla="*/ 338949 w 403840"/>
              <a:gd name="connsiteY5" fmla="*/ 0 h 345831"/>
              <a:gd name="connsiteX6" fmla="*/ 403841 w 403840"/>
              <a:gd name="connsiteY6" fmla="*/ 0 h 345831"/>
              <a:gd name="connsiteX7" fmla="*/ 331015 w 403840"/>
              <a:gd name="connsiteY7" fmla="*/ 179696 h 345831"/>
              <a:gd name="connsiteX8" fmla="*/ 371173 w 403840"/>
              <a:gd name="connsiteY8" fmla="*/ 206819 h 345831"/>
              <a:gd name="connsiteX9" fmla="*/ 387810 w 403840"/>
              <a:gd name="connsiteY9" fmla="*/ 258635 h 345831"/>
              <a:gd name="connsiteX10" fmla="*/ 363683 w 403840"/>
              <a:gd name="connsiteY10" fmla="*/ 321624 h 345831"/>
              <a:gd name="connsiteX11" fmla="*/ 302476 w 403840"/>
              <a:gd name="connsiteY11" fmla="*/ 345831 h 345831"/>
              <a:gd name="connsiteX12" fmla="*/ 237382 w 403840"/>
              <a:gd name="connsiteY12" fmla="*/ 192853 h 345831"/>
              <a:gd name="connsiteX13" fmla="*/ 237139 w 403840"/>
              <a:gd name="connsiteY13" fmla="*/ 193258 h 345831"/>
              <a:gd name="connsiteX14" fmla="*/ 217708 w 403840"/>
              <a:gd name="connsiteY14" fmla="*/ 260456 h 345831"/>
              <a:gd name="connsiteX15" fmla="*/ 240661 w 403840"/>
              <a:gd name="connsiteY15" fmla="*/ 318790 h 345831"/>
              <a:gd name="connsiteX16" fmla="*/ 302476 w 403840"/>
              <a:gd name="connsiteY16" fmla="*/ 341783 h 345831"/>
              <a:gd name="connsiteX17" fmla="*/ 360728 w 403840"/>
              <a:gd name="connsiteY17" fmla="*/ 318790 h 345831"/>
              <a:gd name="connsiteX18" fmla="*/ 383681 w 403840"/>
              <a:gd name="connsiteY18" fmla="*/ 258675 h 345831"/>
              <a:gd name="connsiteX19" fmla="*/ 367853 w 403840"/>
              <a:gd name="connsiteY19" fmla="*/ 209248 h 345831"/>
              <a:gd name="connsiteX20" fmla="*/ 327777 w 403840"/>
              <a:gd name="connsiteY20" fmla="*/ 183137 h 345831"/>
              <a:gd name="connsiteX21" fmla="*/ 325429 w 403840"/>
              <a:gd name="connsiteY21" fmla="*/ 182611 h 345831"/>
              <a:gd name="connsiteX22" fmla="*/ 397809 w 403840"/>
              <a:gd name="connsiteY22" fmla="*/ 4048 h 345831"/>
              <a:gd name="connsiteX23" fmla="*/ 341338 w 403840"/>
              <a:gd name="connsiteY23" fmla="*/ 4048 h 345831"/>
              <a:gd name="connsiteX24" fmla="*/ 237382 w 403840"/>
              <a:gd name="connsiteY24" fmla="*/ 192853 h 345831"/>
              <a:gd name="connsiteX25" fmla="*/ 88816 w 403840"/>
              <a:gd name="connsiteY25" fmla="*/ 345831 h 345831"/>
              <a:gd name="connsiteX26" fmla="*/ 24248 w 403840"/>
              <a:gd name="connsiteY26" fmla="*/ 321785 h 345831"/>
              <a:gd name="connsiteX27" fmla="*/ 0 w 403840"/>
              <a:gd name="connsiteY27" fmla="*/ 260456 h 345831"/>
              <a:gd name="connsiteX28" fmla="*/ 19917 w 403840"/>
              <a:gd name="connsiteY28" fmla="*/ 191314 h 345831"/>
              <a:gd name="connsiteX29" fmla="*/ 125249 w 403840"/>
              <a:gd name="connsiteY29" fmla="*/ 40 h 345831"/>
              <a:gd name="connsiteX30" fmla="*/ 190140 w 403840"/>
              <a:gd name="connsiteY30" fmla="*/ 40 h 345831"/>
              <a:gd name="connsiteX31" fmla="*/ 117274 w 403840"/>
              <a:gd name="connsiteY31" fmla="*/ 179737 h 345831"/>
              <a:gd name="connsiteX32" fmla="*/ 157431 w 403840"/>
              <a:gd name="connsiteY32" fmla="*/ 206859 h 345831"/>
              <a:gd name="connsiteX33" fmla="*/ 174069 w 403840"/>
              <a:gd name="connsiteY33" fmla="*/ 258675 h 345831"/>
              <a:gd name="connsiteX34" fmla="*/ 149942 w 403840"/>
              <a:gd name="connsiteY34" fmla="*/ 321664 h 345831"/>
              <a:gd name="connsiteX35" fmla="*/ 88816 w 403840"/>
              <a:gd name="connsiteY35" fmla="*/ 345831 h 345831"/>
              <a:gd name="connsiteX36" fmla="*/ 127678 w 403840"/>
              <a:gd name="connsiteY36" fmla="*/ 4089 h 345831"/>
              <a:gd name="connsiteX37" fmla="*/ 23479 w 403840"/>
              <a:gd name="connsiteY37" fmla="*/ 193298 h 345831"/>
              <a:gd name="connsiteX38" fmla="*/ 4048 w 403840"/>
              <a:gd name="connsiteY38" fmla="*/ 260497 h 345831"/>
              <a:gd name="connsiteX39" fmla="*/ 27001 w 403840"/>
              <a:gd name="connsiteY39" fmla="*/ 318830 h 345831"/>
              <a:gd name="connsiteX40" fmla="*/ 88816 w 403840"/>
              <a:gd name="connsiteY40" fmla="*/ 341824 h 345831"/>
              <a:gd name="connsiteX41" fmla="*/ 147068 w 403840"/>
              <a:gd name="connsiteY41" fmla="*/ 318830 h 345831"/>
              <a:gd name="connsiteX42" fmla="*/ 170021 w 403840"/>
              <a:gd name="connsiteY42" fmla="*/ 258716 h 345831"/>
              <a:gd name="connsiteX43" fmla="*/ 154193 w 403840"/>
              <a:gd name="connsiteY43" fmla="*/ 209288 h 345831"/>
              <a:gd name="connsiteX44" fmla="*/ 114319 w 403840"/>
              <a:gd name="connsiteY44" fmla="*/ 183218 h 345831"/>
              <a:gd name="connsiteX45" fmla="*/ 111526 w 403840"/>
              <a:gd name="connsiteY45" fmla="*/ 183218 h 345831"/>
              <a:gd name="connsiteX46" fmla="*/ 112619 w 403840"/>
              <a:gd name="connsiteY46" fmla="*/ 180425 h 345831"/>
              <a:gd name="connsiteX47" fmla="*/ 184109 w 403840"/>
              <a:gd name="connsiteY47" fmla="*/ 4089 h 345831"/>
              <a:gd name="connsiteX48" fmla="*/ 127678 w 403840"/>
              <a:gd name="connsiteY48" fmla="*/ 4089 h 345831"/>
              <a:gd name="connsiteX49" fmla="*/ 127678 w 403840"/>
              <a:gd name="connsiteY49" fmla="*/ 4089 h 345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403840" h="345831">
                <a:moveTo>
                  <a:pt x="302476" y="345831"/>
                </a:moveTo>
                <a:cubicBezTo>
                  <a:pt x="276811" y="345831"/>
                  <a:pt x="255072" y="337735"/>
                  <a:pt x="237908" y="321785"/>
                </a:cubicBezTo>
                <a:cubicBezTo>
                  <a:pt x="221756" y="305633"/>
                  <a:pt x="213660" y="285028"/>
                  <a:pt x="213660" y="260456"/>
                </a:cubicBezTo>
                <a:cubicBezTo>
                  <a:pt x="213660" y="238799"/>
                  <a:pt x="220299" y="215684"/>
                  <a:pt x="233334" y="191760"/>
                </a:cubicBezTo>
                <a:lnTo>
                  <a:pt x="233334" y="191760"/>
                </a:lnTo>
                <a:lnTo>
                  <a:pt x="338949" y="0"/>
                </a:lnTo>
                <a:lnTo>
                  <a:pt x="403841" y="0"/>
                </a:lnTo>
                <a:lnTo>
                  <a:pt x="331015" y="179696"/>
                </a:lnTo>
                <a:cubicBezTo>
                  <a:pt x="348503" y="183987"/>
                  <a:pt x="361983" y="193096"/>
                  <a:pt x="371173" y="206819"/>
                </a:cubicBezTo>
                <a:cubicBezTo>
                  <a:pt x="382183" y="220299"/>
                  <a:pt x="387810" y="237787"/>
                  <a:pt x="387810" y="258635"/>
                </a:cubicBezTo>
                <a:cubicBezTo>
                  <a:pt x="387810" y="284381"/>
                  <a:pt x="379674" y="305552"/>
                  <a:pt x="363683" y="321624"/>
                </a:cubicBezTo>
                <a:cubicBezTo>
                  <a:pt x="347127" y="338180"/>
                  <a:pt x="327736" y="345831"/>
                  <a:pt x="302476" y="345831"/>
                </a:cubicBezTo>
                <a:close/>
                <a:moveTo>
                  <a:pt x="237382" y="192853"/>
                </a:moveTo>
                <a:lnTo>
                  <a:pt x="237139" y="193258"/>
                </a:lnTo>
                <a:cubicBezTo>
                  <a:pt x="224266" y="216737"/>
                  <a:pt x="217708" y="239325"/>
                  <a:pt x="217708" y="260456"/>
                </a:cubicBezTo>
                <a:cubicBezTo>
                  <a:pt x="217708" y="283936"/>
                  <a:pt x="225440" y="303569"/>
                  <a:pt x="240661" y="318790"/>
                </a:cubicBezTo>
                <a:cubicBezTo>
                  <a:pt x="257056" y="334051"/>
                  <a:pt x="277863" y="341783"/>
                  <a:pt x="302476" y="341783"/>
                </a:cubicBezTo>
                <a:cubicBezTo>
                  <a:pt x="326562" y="341783"/>
                  <a:pt x="345062" y="334497"/>
                  <a:pt x="360728" y="318790"/>
                </a:cubicBezTo>
                <a:cubicBezTo>
                  <a:pt x="375949" y="303528"/>
                  <a:pt x="383681" y="283328"/>
                  <a:pt x="383681" y="258675"/>
                </a:cubicBezTo>
                <a:cubicBezTo>
                  <a:pt x="383681" y="238758"/>
                  <a:pt x="378338" y="222161"/>
                  <a:pt x="367853" y="209248"/>
                </a:cubicBezTo>
                <a:cubicBezTo>
                  <a:pt x="358785" y="195646"/>
                  <a:pt x="345305" y="186902"/>
                  <a:pt x="327777" y="183137"/>
                </a:cubicBezTo>
                <a:lnTo>
                  <a:pt x="325429" y="182611"/>
                </a:lnTo>
                <a:lnTo>
                  <a:pt x="397809" y="4048"/>
                </a:lnTo>
                <a:lnTo>
                  <a:pt x="341338" y="4048"/>
                </a:lnTo>
                <a:lnTo>
                  <a:pt x="237382" y="192853"/>
                </a:lnTo>
                <a:close/>
                <a:moveTo>
                  <a:pt x="88816" y="345831"/>
                </a:moveTo>
                <a:cubicBezTo>
                  <a:pt x="63151" y="345831"/>
                  <a:pt x="41412" y="337735"/>
                  <a:pt x="24248" y="321785"/>
                </a:cubicBezTo>
                <a:cubicBezTo>
                  <a:pt x="8137" y="305633"/>
                  <a:pt x="0" y="285028"/>
                  <a:pt x="0" y="260456"/>
                </a:cubicBezTo>
                <a:cubicBezTo>
                  <a:pt x="0" y="238677"/>
                  <a:pt x="6720" y="215401"/>
                  <a:pt x="19917" y="191314"/>
                </a:cubicBezTo>
                <a:lnTo>
                  <a:pt x="125249" y="40"/>
                </a:lnTo>
                <a:lnTo>
                  <a:pt x="190140" y="40"/>
                </a:lnTo>
                <a:lnTo>
                  <a:pt x="117274" y="179737"/>
                </a:lnTo>
                <a:cubicBezTo>
                  <a:pt x="134762" y="184028"/>
                  <a:pt x="148242" y="193136"/>
                  <a:pt x="157431" y="206859"/>
                </a:cubicBezTo>
                <a:cubicBezTo>
                  <a:pt x="168442" y="220339"/>
                  <a:pt x="174069" y="237827"/>
                  <a:pt x="174069" y="258675"/>
                </a:cubicBezTo>
                <a:cubicBezTo>
                  <a:pt x="174069" y="284421"/>
                  <a:pt x="165933" y="305593"/>
                  <a:pt x="149942" y="321664"/>
                </a:cubicBezTo>
                <a:cubicBezTo>
                  <a:pt x="133467" y="338180"/>
                  <a:pt x="114036" y="345831"/>
                  <a:pt x="88816" y="345831"/>
                </a:cubicBezTo>
                <a:close/>
                <a:moveTo>
                  <a:pt x="127678" y="4089"/>
                </a:moveTo>
                <a:lnTo>
                  <a:pt x="23479" y="193298"/>
                </a:lnTo>
                <a:cubicBezTo>
                  <a:pt x="10606" y="216777"/>
                  <a:pt x="4048" y="239366"/>
                  <a:pt x="4048" y="260497"/>
                </a:cubicBezTo>
                <a:cubicBezTo>
                  <a:pt x="4048" y="283976"/>
                  <a:pt x="11780" y="303569"/>
                  <a:pt x="27001" y="318830"/>
                </a:cubicBezTo>
                <a:cubicBezTo>
                  <a:pt x="43396" y="334092"/>
                  <a:pt x="64203" y="341824"/>
                  <a:pt x="88816" y="341824"/>
                </a:cubicBezTo>
                <a:cubicBezTo>
                  <a:pt x="112902" y="341824"/>
                  <a:pt x="131402" y="334537"/>
                  <a:pt x="147068" y="318830"/>
                </a:cubicBezTo>
                <a:cubicBezTo>
                  <a:pt x="162289" y="303569"/>
                  <a:pt x="170021" y="283369"/>
                  <a:pt x="170021" y="258716"/>
                </a:cubicBezTo>
                <a:cubicBezTo>
                  <a:pt x="170021" y="238799"/>
                  <a:pt x="164678" y="222202"/>
                  <a:pt x="154193" y="209288"/>
                </a:cubicBezTo>
                <a:cubicBezTo>
                  <a:pt x="145125" y="195727"/>
                  <a:pt x="131766" y="187023"/>
                  <a:pt x="114319" y="183218"/>
                </a:cubicBezTo>
                <a:lnTo>
                  <a:pt x="111526" y="183218"/>
                </a:lnTo>
                <a:lnTo>
                  <a:pt x="112619" y="180425"/>
                </a:lnTo>
                <a:lnTo>
                  <a:pt x="184109" y="4089"/>
                </a:lnTo>
                <a:lnTo>
                  <a:pt x="127678" y="4089"/>
                </a:lnTo>
                <a:lnTo>
                  <a:pt x="127678" y="4089"/>
                </a:lnTo>
                <a:close/>
              </a:path>
            </a:pathLst>
          </a:custGeom>
          <a:solidFill>
            <a:srgbClr val="002957"/>
          </a:solidFill>
          <a:ln w="404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50303CD-8863-2A2C-7EDE-0BEB12DBBCB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9474" y="6455740"/>
            <a:ext cx="774583" cy="24528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9ECD1B2-A736-94CA-83E2-E25737603C40}"/>
              </a:ext>
            </a:extLst>
          </p:cNvPr>
          <p:cNvSpPr txBox="1"/>
          <p:nvPr userDrawn="1"/>
        </p:nvSpPr>
        <p:spPr>
          <a:xfrm flipH="1">
            <a:off x="10794564" y="6349782"/>
            <a:ext cx="1177962" cy="45720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>
                <a:solidFill>
                  <a:schemeClr val="accent3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Confidential	</a:t>
            </a:r>
            <a:r>
              <a:rPr lang="en-US" sz="90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/ </a:t>
            </a:r>
            <a:fld id="{48F63A3B-78C7-47BE-AE5E-E10140E04643}" type="slidenum">
              <a:rPr lang="en-US" sz="900" smtClean="0">
                <a:solidFill>
                  <a:schemeClr val="tx1"/>
                </a:solidFill>
                <a:latin typeface="+mn-lt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90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231446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288" userDrawn="1">
          <p15:clr>
            <a:srgbClr val="FBAE40"/>
          </p15:clr>
        </p15:guide>
        <p15:guide id="4" orient="horz" pos="14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background with blue and green lines&#10;&#10;Description automatically generated">
            <a:extLst>
              <a:ext uri="{FF2B5EF4-FFF2-40B4-BE49-F238E27FC236}">
                <a16:creationId xmlns:a16="http://schemas.microsoft.com/office/drawing/2014/main" id="{6D9F8323-D6C9-95CD-F5B0-0E43949DEF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409523" y="0"/>
            <a:ext cx="3782477" cy="3056684"/>
          </a:xfrm>
          <a:prstGeom prst="rect">
            <a:avLst/>
          </a:prstGeom>
        </p:spPr>
      </p:pic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209E70AA-4A31-224E-50F0-6E7CCD56CBA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01508" y="508220"/>
            <a:ext cx="7333292" cy="2124866"/>
          </a:xfrm>
          <a:prstGeom prst="roundRect">
            <a:avLst>
              <a:gd name="adj" fmla="val 5763"/>
            </a:avLst>
          </a:prstGeom>
          <a:solidFill>
            <a:schemeClr val="bg1"/>
          </a:solidFill>
          <a:ln w="25400" cap="flat" cmpd="sng" algn="ctr">
            <a:solidFill>
              <a:srgbClr val="B8C3D0"/>
            </a:solidFill>
            <a:prstDash val="solid"/>
          </a:ln>
          <a:effectLst/>
        </p:spPr>
        <p:txBody>
          <a:bodyPr rtlCol="0" anchor="ctr"/>
          <a:lstStyle>
            <a:lvl1pPr>
              <a:defRPr lang="en-US" sz="1400" dirty="0" smtClean="0">
                <a:solidFill>
                  <a:schemeClr val="tx2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CA" dirty="0"/>
            </a:lvl5pPr>
          </a:lstStyle>
          <a:p>
            <a:pPr marL="180000" lvl="0" algn="l" rtl="0">
              <a:spcBef>
                <a:spcPts val="600"/>
              </a:spcBef>
              <a:spcAft>
                <a:spcPts val="600"/>
              </a:spcAft>
              <a:buClr>
                <a:srgbClr val="1F96E3"/>
              </a:buClr>
              <a:buSzPct val="120000"/>
            </a:pPr>
            <a:r>
              <a:rPr lang="en-US" dirty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D960A942-453E-21AD-2166-2C59E97623D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01508" y="2970938"/>
            <a:ext cx="7333292" cy="1096848"/>
          </a:xfrm>
          <a:prstGeom prst="roundRect">
            <a:avLst>
              <a:gd name="adj" fmla="val 5763"/>
            </a:avLst>
          </a:prstGeom>
          <a:solidFill>
            <a:schemeClr val="bg1"/>
          </a:solidFill>
          <a:ln w="25400" cap="flat" cmpd="sng" algn="ctr">
            <a:solidFill>
              <a:srgbClr val="B8C3D0"/>
            </a:solidFill>
            <a:prstDash val="solid"/>
          </a:ln>
          <a:effectLst/>
        </p:spPr>
        <p:txBody>
          <a:bodyPr rtlCol="0" anchor="ctr"/>
          <a:lstStyle>
            <a:lvl1pPr>
              <a:defRPr lang="en-US" sz="1400" dirty="0" smtClean="0">
                <a:solidFill>
                  <a:schemeClr val="tx2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CA" dirty="0"/>
            </a:lvl5pPr>
          </a:lstStyle>
          <a:p>
            <a:pPr marL="180000" lvl="0" algn="l" rtl="0">
              <a:spcBef>
                <a:spcPts val="600"/>
              </a:spcBef>
              <a:spcAft>
                <a:spcPts val="600"/>
              </a:spcAft>
              <a:buClr>
                <a:srgbClr val="1F96E3"/>
              </a:buClr>
              <a:buSzPct val="120000"/>
            </a:pPr>
            <a:r>
              <a:rPr lang="en-US" dirty="0"/>
              <a:t>Click to edit Master text styles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B6F6A94F-2572-958E-45CD-5F22AD5E0E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01508" y="4424598"/>
            <a:ext cx="7333292" cy="1925183"/>
          </a:xfrm>
          <a:prstGeom prst="roundRect">
            <a:avLst>
              <a:gd name="adj" fmla="val 5763"/>
            </a:avLst>
          </a:prstGeom>
          <a:solidFill>
            <a:schemeClr val="bg1"/>
          </a:solidFill>
          <a:ln w="25400" cap="flat" cmpd="sng" algn="ctr">
            <a:solidFill>
              <a:srgbClr val="B8C3D0"/>
            </a:solidFill>
            <a:prstDash val="solid"/>
          </a:ln>
          <a:effectLst/>
        </p:spPr>
        <p:txBody>
          <a:bodyPr rtlCol="0" anchor="ctr"/>
          <a:lstStyle>
            <a:lvl1pPr>
              <a:defRPr lang="en-US" sz="1400" dirty="0" smtClean="0">
                <a:solidFill>
                  <a:schemeClr val="tx2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CA" dirty="0"/>
            </a:lvl5pPr>
          </a:lstStyle>
          <a:p>
            <a:pPr marL="180000" lvl="0" algn="l" rtl="0">
              <a:spcBef>
                <a:spcPts val="600"/>
              </a:spcBef>
              <a:spcAft>
                <a:spcPts val="600"/>
              </a:spcAft>
              <a:buClr>
                <a:srgbClr val="1F96E3"/>
              </a:buClr>
              <a:buSzPct val="120000"/>
            </a:pPr>
            <a:r>
              <a:rPr lang="en-US" dirty="0"/>
              <a:t>Click to edit Master text styles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A4059FA8-441F-FFD1-11B8-E27427DCD74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3925229" cy="6858000"/>
          </a:xfrm>
          <a:prstGeom prst="rect">
            <a:avLst/>
          </a:prstGeom>
          <a:solidFill>
            <a:schemeClr val="accent6">
              <a:lumMod val="90000"/>
            </a:schemeClr>
          </a:solidFill>
        </p:spPr>
        <p:txBody>
          <a:bodyPr/>
          <a:lstStyle/>
          <a:p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23DB3E-A18D-BE73-5BC7-4F0712240DAC}"/>
              </a:ext>
            </a:extLst>
          </p:cNvPr>
          <p:cNvSpPr/>
          <p:nvPr userDrawn="1"/>
        </p:nvSpPr>
        <p:spPr>
          <a:xfrm>
            <a:off x="8100646" y="0"/>
            <a:ext cx="4091354" cy="2555631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FD31770-17CC-2E01-069F-0604CE411B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9474" y="6455740"/>
            <a:ext cx="774583" cy="2452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D0F7306-62C5-7F27-23DD-A3B2C955DB29}"/>
              </a:ext>
            </a:extLst>
          </p:cNvPr>
          <p:cNvSpPr txBox="1"/>
          <p:nvPr userDrawn="1"/>
        </p:nvSpPr>
        <p:spPr>
          <a:xfrm flipH="1">
            <a:off x="8738558" y="6349782"/>
            <a:ext cx="3233968" cy="45720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accent3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For internal use only - Confidential	</a:t>
            </a:r>
            <a:r>
              <a:rPr lang="en-US" sz="9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/ </a:t>
            </a:r>
            <a:fld id="{48F63A3B-78C7-47BE-AE5E-E10140E04643}" type="slidenum">
              <a:rPr lang="en-US" sz="900" smtClean="0">
                <a:solidFill>
                  <a:schemeClr val="tx1"/>
                </a:solidFill>
                <a:latin typeface="+mn-lt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9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FCA67FB0-4317-5F17-1065-034DACD12FD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246813"/>
            <a:ext cx="609600" cy="39687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800" b="0" i="0" u="none" strike="noStrike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 Light"/>
                <a:ea typeface="Poppins Light"/>
                <a:cs typeface="+mn-cs"/>
              </a:rPr>
              <a:t> 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8714BA62-156E-C587-288C-0FDE20ED61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8730" y="1359815"/>
            <a:ext cx="3229415" cy="1611817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>
              <a:defRPr lang="en-US" sz="3600" smtClean="0">
                <a:solidFill>
                  <a:schemeClr val="bg1"/>
                </a:solidFill>
                <a:latin typeface="Poppins Light" panose="00000400000000000000" pitchFamily="2" charset="0"/>
                <a:ea typeface="Poppins Light"/>
                <a:cs typeface="Poppins Light" panose="00000400000000000000" pitchFamily="2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CA"/>
            </a:lvl5pPr>
          </a:lstStyle>
          <a:p>
            <a:pPr lvl="0" algn="l" rtl="0">
              <a:lnSpc>
                <a:spcPct val="90000"/>
              </a:lnSpc>
            </a:pPr>
            <a:r>
              <a:rPr lang="en-US" dirty="0"/>
              <a:t>Click to edit Master text styles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D58929C6-8520-BF3E-34B3-015532D8A9C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89827" y="326408"/>
            <a:ext cx="1329957" cy="38052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91440" tIns="36000" rIns="91440" bIns="36000" rtlCol="0" anchor="ctr">
            <a:spAutoFit/>
          </a:bodyPr>
          <a:lstStyle>
            <a:lvl1pPr>
              <a:defRPr kumimoji="0" lang="en-US" sz="1800" b="0" i="0" u="none" strike="noStrike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anose="00000600000000000000" pitchFamily="2" charset="0"/>
                <a:ea typeface="Poppins Medium"/>
                <a:cs typeface="Poppins Medium" panose="00000600000000000000" pitchFamily="2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CA"/>
            </a:lvl5pPr>
          </a:lstStyle>
          <a:p>
            <a:pPr marR="0" lvl="0" indent="0" algn="l" defTabSz="914400" rtl="0" fontAlgn="auto" latinLnBrk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Add text</a:t>
            </a:r>
          </a:p>
        </p:txBody>
      </p:sp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BFE65FE7-7F4C-A3B1-DE00-B506C4D55F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89826" y="2760786"/>
            <a:ext cx="1329957" cy="38052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91440" tIns="36000" rIns="91440" bIns="36000" rtlCol="0" anchor="ctr">
            <a:spAutoFit/>
          </a:bodyPr>
          <a:lstStyle>
            <a:lvl1pPr>
              <a:defRPr kumimoji="0" lang="en-US" sz="1800" b="0" i="0" u="none" strike="noStrike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anose="00000600000000000000" pitchFamily="2" charset="0"/>
                <a:ea typeface="Poppins Medium"/>
                <a:cs typeface="Poppins Medium" panose="00000600000000000000" pitchFamily="2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CA"/>
            </a:lvl5pPr>
          </a:lstStyle>
          <a:p>
            <a:pPr marR="0" lvl="0" indent="0" algn="l" defTabSz="914400" rtl="0" fontAlgn="auto" latinLnBrk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Add text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6AFF8AA4-6D33-7601-0CE8-0F7DE440388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89826" y="4191001"/>
            <a:ext cx="1329957" cy="38052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91440" tIns="36000" rIns="91440" bIns="36000" rtlCol="0" anchor="ctr">
            <a:spAutoFit/>
          </a:bodyPr>
          <a:lstStyle>
            <a:lvl1pPr>
              <a:defRPr kumimoji="0" lang="en-US" sz="1800" b="0" i="0" u="none" strike="noStrike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anose="00000600000000000000" pitchFamily="2" charset="0"/>
                <a:ea typeface="Poppins Medium"/>
                <a:cs typeface="Poppins Medium" panose="00000600000000000000" pitchFamily="2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CA"/>
            </a:lvl5pPr>
          </a:lstStyle>
          <a:p>
            <a:pPr marR="0" lvl="0" indent="0" algn="l" defTabSz="914400" rtl="0" fontAlgn="auto" latinLnBrk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Add text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2D76C069-AEBD-A7D2-4069-AABC52B783E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4025" y="485644"/>
            <a:ext cx="1895015" cy="429051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txBody>
          <a:bodyPr anchor="ctr"/>
          <a:lstStyle>
            <a:lvl1pPr algn="ctr">
              <a:defRPr sz="1700" b="0" i="0">
                <a:latin typeface="Poppins Medium" pitchFamily="2" charset="77"/>
                <a:cs typeface="Poppins Medium" pitchFamily="2" charset="77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900170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88">
          <p15:clr>
            <a:srgbClr val="FBAE40"/>
          </p15:clr>
        </p15:guide>
        <p15:guide id="4" orient="horz" pos="14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se study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A black background with blue and green lines&#10;&#10;Description automatically generated">
            <a:extLst>
              <a:ext uri="{FF2B5EF4-FFF2-40B4-BE49-F238E27FC236}">
                <a16:creationId xmlns:a16="http://schemas.microsoft.com/office/drawing/2014/main" id="{BB047304-F9F6-9E66-068B-AC87B4C645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21299" y="0"/>
            <a:ext cx="3782477" cy="3056684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B6C3C7A6-8C5B-CFC0-6494-41C73C3E36EB}"/>
              </a:ext>
            </a:extLst>
          </p:cNvPr>
          <p:cNvSpPr/>
          <p:nvPr userDrawn="1"/>
        </p:nvSpPr>
        <p:spPr>
          <a:xfrm>
            <a:off x="5712422" y="0"/>
            <a:ext cx="4091354" cy="2555631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209E70AA-4A31-224E-50F0-6E7CCD56CBA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4807" y="508220"/>
            <a:ext cx="7333292" cy="2124866"/>
          </a:xfrm>
          <a:prstGeom prst="roundRect">
            <a:avLst>
              <a:gd name="adj" fmla="val 5763"/>
            </a:avLst>
          </a:prstGeom>
          <a:solidFill>
            <a:schemeClr val="bg1"/>
          </a:solidFill>
          <a:ln w="25400" cap="flat" cmpd="sng" algn="ctr">
            <a:solidFill>
              <a:srgbClr val="B8C3D0"/>
            </a:solidFill>
            <a:prstDash val="solid"/>
          </a:ln>
          <a:effectLst/>
        </p:spPr>
        <p:txBody>
          <a:bodyPr rtlCol="0" anchor="ctr"/>
          <a:lstStyle>
            <a:lvl1pPr>
              <a:defRPr lang="en-US" sz="1400" dirty="0" smtClean="0">
                <a:solidFill>
                  <a:schemeClr val="tx2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CA" dirty="0"/>
            </a:lvl5pPr>
          </a:lstStyle>
          <a:p>
            <a:pPr marL="180000" lvl="0" algn="l" rtl="0">
              <a:spcBef>
                <a:spcPts val="600"/>
              </a:spcBef>
              <a:spcAft>
                <a:spcPts val="600"/>
              </a:spcAft>
              <a:buClr>
                <a:srgbClr val="1F96E3"/>
              </a:buClr>
              <a:buSzPct val="120000"/>
            </a:pPr>
            <a:r>
              <a:rPr lang="en-US" dirty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D960A942-453E-21AD-2166-2C59E97623D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24807" y="2970938"/>
            <a:ext cx="7333292" cy="1096848"/>
          </a:xfrm>
          <a:prstGeom prst="roundRect">
            <a:avLst>
              <a:gd name="adj" fmla="val 5763"/>
            </a:avLst>
          </a:prstGeom>
          <a:solidFill>
            <a:schemeClr val="bg1"/>
          </a:solidFill>
          <a:ln w="25400" cap="flat" cmpd="sng" algn="ctr">
            <a:solidFill>
              <a:srgbClr val="B8C3D0"/>
            </a:solidFill>
            <a:prstDash val="solid"/>
          </a:ln>
          <a:effectLst/>
        </p:spPr>
        <p:txBody>
          <a:bodyPr rtlCol="0" anchor="ctr"/>
          <a:lstStyle>
            <a:lvl1pPr>
              <a:defRPr lang="en-US" sz="1400" dirty="0" smtClean="0">
                <a:solidFill>
                  <a:schemeClr val="tx2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CA" dirty="0"/>
            </a:lvl5pPr>
          </a:lstStyle>
          <a:p>
            <a:pPr marL="180000" lvl="0" algn="l" rtl="0">
              <a:spcBef>
                <a:spcPts val="600"/>
              </a:spcBef>
              <a:spcAft>
                <a:spcPts val="600"/>
              </a:spcAft>
              <a:buClr>
                <a:srgbClr val="1F96E3"/>
              </a:buClr>
              <a:buSzPct val="120000"/>
            </a:pPr>
            <a:r>
              <a:rPr lang="en-US" dirty="0"/>
              <a:t>Click to edit Master text styles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B6F6A94F-2572-958E-45CD-5F22AD5E0E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807" y="4424598"/>
            <a:ext cx="7333292" cy="1925183"/>
          </a:xfrm>
          <a:prstGeom prst="roundRect">
            <a:avLst>
              <a:gd name="adj" fmla="val 5763"/>
            </a:avLst>
          </a:prstGeom>
          <a:solidFill>
            <a:schemeClr val="bg1"/>
          </a:solidFill>
          <a:ln w="25400" cap="flat" cmpd="sng" algn="ctr">
            <a:solidFill>
              <a:srgbClr val="B8C3D0"/>
            </a:solidFill>
            <a:prstDash val="solid"/>
          </a:ln>
          <a:effectLst/>
        </p:spPr>
        <p:txBody>
          <a:bodyPr rtlCol="0" anchor="ctr"/>
          <a:lstStyle>
            <a:lvl1pPr>
              <a:defRPr lang="en-US" sz="1400" dirty="0" smtClean="0">
                <a:solidFill>
                  <a:schemeClr val="tx2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CA" dirty="0"/>
            </a:lvl5pPr>
          </a:lstStyle>
          <a:p>
            <a:pPr marL="180000" lvl="0" algn="l" rtl="0">
              <a:spcBef>
                <a:spcPts val="600"/>
              </a:spcBef>
              <a:spcAft>
                <a:spcPts val="600"/>
              </a:spcAft>
              <a:buClr>
                <a:srgbClr val="1F96E3"/>
              </a:buClr>
              <a:buSzPct val="120000"/>
            </a:pPr>
            <a:r>
              <a:rPr lang="en-US" dirty="0"/>
              <a:t>Click to edit Master text styles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A4059FA8-441F-FFD1-11B8-E27427DCD74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66771" y="0"/>
            <a:ext cx="3925229" cy="6857999"/>
          </a:xfrm>
          <a:prstGeom prst="rect">
            <a:avLst/>
          </a:prstGeom>
          <a:solidFill>
            <a:schemeClr val="accent6">
              <a:lumMod val="90000"/>
            </a:schemeClr>
          </a:solidFill>
        </p:spPr>
        <p:txBody>
          <a:bodyPr/>
          <a:lstStyle/>
          <a:p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0F7306-62C5-7F27-23DD-A3B2C955DB29}"/>
              </a:ext>
            </a:extLst>
          </p:cNvPr>
          <p:cNvSpPr txBox="1"/>
          <p:nvPr userDrawn="1"/>
        </p:nvSpPr>
        <p:spPr>
          <a:xfrm flipH="1">
            <a:off x="4957669" y="6349782"/>
            <a:ext cx="3233968" cy="45720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accent3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For internal use only - Confidential 	</a:t>
            </a:r>
            <a:r>
              <a:rPr lang="en-US" sz="900" dirty="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/ </a:t>
            </a:r>
            <a:fld id="{48F63A3B-78C7-47BE-AE5E-E10140E04643}" type="slidenum">
              <a:rPr lang="en-US" sz="900" smtClean="0">
                <a:solidFill>
                  <a:schemeClr val="tx1"/>
                </a:solidFill>
                <a:latin typeface="+mn-lt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9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FCA67FB0-4317-5F17-1065-034DACD12FD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82400" y="6246813"/>
            <a:ext cx="609600" cy="39687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800" b="0" i="0" u="none" strike="noStrike" cap="none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 Light"/>
                <a:ea typeface="Poppins Light"/>
                <a:cs typeface="+mn-cs"/>
              </a:rPr>
              <a:t> 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8714BA62-156E-C587-288C-0FDE20ED61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675501" y="1383566"/>
            <a:ext cx="3229415" cy="1611817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>
              <a:defRPr lang="en-US" sz="3600" smtClean="0">
                <a:solidFill>
                  <a:schemeClr val="bg1"/>
                </a:solidFill>
                <a:latin typeface="Poppins Light" panose="00000400000000000000" pitchFamily="2" charset="0"/>
                <a:ea typeface="Poppins Light"/>
                <a:cs typeface="Poppins Light" panose="00000400000000000000" pitchFamily="2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CA"/>
            </a:lvl5pPr>
          </a:lstStyle>
          <a:p>
            <a:pPr lvl="0" algn="l" rtl="0">
              <a:lnSpc>
                <a:spcPct val="90000"/>
              </a:lnSpc>
            </a:pPr>
            <a:r>
              <a:rPr lang="en-US" dirty="0"/>
              <a:t>Click to edit Master text styles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D58929C6-8520-BF3E-34B3-015532D8A9C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3126" y="326408"/>
            <a:ext cx="1329957" cy="38052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91440" tIns="36000" rIns="91440" bIns="36000" rtlCol="0" anchor="ctr">
            <a:spAutoFit/>
          </a:bodyPr>
          <a:lstStyle>
            <a:lvl1pPr>
              <a:defRPr kumimoji="0" lang="en-US" sz="1800" b="0" i="0" u="none" strike="noStrike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anose="00000600000000000000" pitchFamily="2" charset="0"/>
                <a:ea typeface="Poppins Medium"/>
                <a:cs typeface="Poppins Medium" panose="00000600000000000000" pitchFamily="2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CA"/>
            </a:lvl5pPr>
          </a:lstStyle>
          <a:p>
            <a:pPr marR="0" lvl="0" indent="0" algn="l" defTabSz="914400" rtl="0" fontAlgn="auto" latinLnBrk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Add text</a:t>
            </a:r>
          </a:p>
        </p:txBody>
      </p:sp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BFE65FE7-7F4C-A3B1-DE00-B506C4D55F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3125" y="2760786"/>
            <a:ext cx="1329957" cy="38052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91440" tIns="36000" rIns="91440" bIns="36000" rtlCol="0" anchor="ctr">
            <a:spAutoFit/>
          </a:bodyPr>
          <a:lstStyle>
            <a:lvl1pPr>
              <a:defRPr kumimoji="0" lang="en-US" sz="1800" b="0" i="0" u="none" strike="noStrike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anose="00000600000000000000" pitchFamily="2" charset="0"/>
                <a:ea typeface="Poppins Medium"/>
                <a:cs typeface="Poppins Medium" panose="00000600000000000000" pitchFamily="2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CA"/>
            </a:lvl5pPr>
          </a:lstStyle>
          <a:p>
            <a:pPr marR="0" lvl="0" indent="0" algn="l" defTabSz="914400" rtl="0" fontAlgn="auto" latinLnBrk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Add text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6AFF8AA4-6D33-7601-0CE8-0F7DE440388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3125" y="4191001"/>
            <a:ext cx="1329957" cy="38052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91440" tIns="36000" rIns="91440" bIns="36000" rtlCol="0" anchor="ctr">
            <a:spAutoFit/>
          </a:bodyPr>
          <a:lstStyle>
            <a:lvl1pPr>
              <a:defRPr kumimoji="0" lang="en-US" sz="1800" b="0" i="0" u="none" strike="noStrike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anose="00000600000000000000" pitchFamily="2" charset="0"/>
                <a:ea typeface="Poppins Medium"/>
                <a:cs typeface="Poppins Medium" panose="00000600000000000000" pitchFamily="2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CA"/>
            </a:lvl5pPr>
          </a:lstStyle>
          <a:p>
            <a:pPr marR="0" lvl="0" indent="0" algn="l" defTabSz="914400" rtl="0" fontAlgn="auto" latinLnBrk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Add text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E1B16935-53E4-AB4D-A280-9EC5C0FF483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9474" y="6455740"/>
            <a:ext cx="774583" cy="245285"/>
          </a:xfrm>
          <a:prstGeom prst="rect">
            <a:avLst/>
          </a:prstGeom>
        </p:spPr>
      </p:pic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FD777475-FB7B-371C-20F5-D6CBB72EC1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62475" y="485644"/>
            <a:ext cx="1895015" cy="429051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txBody>
          <a:bodyPr anchor="ctr"/>
          <a:lstStyle>
            <a:lvl1pPr algn="ctr">
              <a:defRPr sz="1700" b="0" i="0">
                <a:latin typeface="Poppins Medium" pitchFamily="2" charset="77"/>
                <a:cs typeface="Poppins Medium" pitchFamily="2" charset="77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307357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88">
          <p15:clr>
            <a:srgbClr val="FBAE40"/>
          </p15:clr>
        </p15:guide>
        <p15:guide id="4" orient="horz" pos="14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74E27C9B-7B17-9144-DCF0-0982EA9AA9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474" y="6455740"/>
            <a:ext cx="774583" cy="245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278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288" userDrawn="1">
          <p15:clr>
            <a:srgbClr val="FBAE40"/>
          </p15:clr>
        </p15:guide>
        <p15:guide id="4" orient="horz" pos="14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1" r:id="rId2"/>
    <p:sldLayoutId id="2147483685" r:id="rId3"/>
    <p:sldLayoutId id="2147483725" r:id="rId4"/>
    <p:sldLayoutId id="2147483720" r:id="rId5"/>
    <p:sldLayoutId id="2147483664" r:id="rId6"/>
    <p:sldLayoutId id="2147483719" r:id="rId7"/>
    <p:sldLayoutId id="2147483721" r:id="rId8"/>
    <p:sldLayoutId id="2147483715" r:id="rId9"/>
    <p:sldLayoutId id="2147483716" r:id="rId10"/>
    <p:sldLayoutId id="2147483699" r:id="rId11"/>
    <p:sldLayoutId id="2147483724" r:id="rId12"/>
    <p:sldLayoutId id="2147483723" r:id="rId13"/>
    <p:sldLayoutId id="2147483729" r:id="rId14"/>
    <p:sldLayoutId id="2147483730" r:id="rId15"/>
    <p:sldLayoutId id="2147483714" r:id="rId16"/>
  </p:sldLayoutIdLst>
  <p:hf hdr="0" dt="0"/>
  <p:txStyles>
    <p:titleStyle>
      <a:lvl1pPr eaLnBrk="1" hangingPunct="1">
        <a:defRPr sz="36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eaLnBrk="1" hangingPunct="1"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0" indent="0" eaLnBrk="1" hangingPunct="1">
        <a:buClr>
          <a:schemeClr val="accent1"/>
        </a:buClr>
        <a:buSzPct val="120000"/>
        <a:buFont typeface="Poppins" panose="00000500000000000000" pitchFamily="2" charset="0"/>
        <a:buChar char="⁄"/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914400" eaLnBrk="1" hangingPunct="1">
        <a:defRPr>
          <a:solidFill>
            <a:schemeClr val="tx1"/>
          </a:solidFill>
          <a:latin typeface="+mn-lt"/>
          <a:ea typeface="+mn-ea"/>
          <a:cs typeface="+mn-cs"/>
        </a:defRPr>
      </a:lvl3pPr>
      <a:lvl4pPr marL="1371600" eaLnBrk="1" hangingPunct="1">
        <a:defRPr>
          <a:solidFill>
            <a:schemeClr val="tx1"/>
          </a:solidFill>
          <a:latin typeface="+mn-lt"/>
          <a:ea typeface="+mn-ea"/>
          <a:cs typeface="+mn-cs"/>
        </a:defRPr>
      </a:lvl4pPr>
      <a:lvl5pPr marL="1828800" eaLnBrk="1" hangingPunct="1">
        <a:defRPr>
          <a:solidFill>
            <a:schemeClr val="tx1"/>
          </a:solidFill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BIXI — Présentation Client Lot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BIXI-2026 — Migration AWS &amp; Modernisation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BIXI-2026 — Migration AWS &amp; Modernisation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200"/>
            </a:pPr>
            <a:r>
              <a:t>Lot 2 : Architecture &amp; Infrastructure TI — Alithya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200"/>
            </a:pPr>
            <a:r>
              <a:t>Contexte et portée du mandat</a:t>
            </a:r>
          </a:p>
          <a:p>
            <a:pPr>
              <a:defRPr sz="1200"/>
            </a:pPr>
            <a:r>
              <a:t>État actuel de l'infrastructure</a:t>
            </a:r>
          </a:p>
          <a:p>
            <a:pPr>
              <a:defRPr sz="1200"/>
            </a:pPr>
            <a:r>
              <a:t>Migration du Datamart MySQL vers Helium</a:t>
            </a:r>
          </a:p>
          <a:p>
            <a:pPr>
              <a:defRPr sz="1200"/>
            </a:pPr>
            <a:r>
              <a:t>Trois scénarios de migration AWS</a:t>
            </a:r>
          </a:p>
          <a:p>
            <a:pPr>
              <a:defRPr sz="1200"/>
            </a:pPr>
            <a:r>
              <a:t>Comparaison et recommandation</a:t>
            </a:r>
          </a:p>
          <a:p>
            <a:pPr>
              <a:defRPr sz="1200"/>
            </a:pPr>
            <a:r>
              <a:t>Prochaines étapes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200"/>
            </a:pPr>
            <a:r>
              <a:t>Appel d'offres BIXI-2026-02 — Alithya retenu pour Lot 1 (Données) et Lot 2 (Infrastructure)</a:t>
            </a:r>
          </a:p>
          <a:p>
            <a:pPr>
              <a:defRPr sz="1200"/>
            </a:pPr>
            <a:r>
              <a:t>Budget : 550 heures</a:t>
            </a:r>
          </a:p>
          <a:p>
            <a:pPr>
              <a:defRPr sz="1200"/>
            </a:pPr>
            <a:r>
              <a:t>Périmètre : 20 scripts Python (VM Windows) + application Panorama (Docker on-prem)</a:t>
            </a:r>
          </a:p>
          <a:p>
            <a:pPr>
              <a:defRPr sz="1200"/>
            </a:pPr>
            <a:r>
              <a:t>Contexte de double migration : AWS (flexible) + Lyft → Helium (nov-déc 2026, fenêtre fixe ~24h)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État actuel — Infrastructure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État actuel — Infrastructure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200"/>
            </a:pPr>
            <a:r>
              <a:t>VM Windows on-prem : 20 scripts Python (automatisation opérationnelle, intégrations externes)</a:t>
            </a:r>
          </a:p>
          <a:p>
            <a:pPr>
              <a:defRPr sz="1200"/>
            </a:pPr>
            <a:r>
              <a:t>Panorama : Vue3 + Express.js, Docker on-prem, 18 connexions backend</a:t>
            </a:r>
          </a:p>
          <a:p>
            <a:pPr>
              <a:defRPr sz="1200"/>
            </a:pPr>
            <a:r>
              <a:t>AWS existant : EC2 Matillion, S3, Snowflake, CloudWatch, Secrets Manager</a:t>
            </a:r>
          </a:p>
          <a:p>
            <a:pPr>
              <a:defRPr sz="1200"/>
            </a:pPr>
            <a:r>
              <a:t>Services externes (5 directs) : Progression, Zendesk, Samsara, Cyberimpact, Business Central</a:t>
            </a:r>
          </a:p>
          <a:p>
            <a:pPr>
              <a:defRPr sz="1200"/>
            </a:pPr>
            <a:r>
              <a:t>Monitoring : CloudWatch → PagerDuty → Employé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État actuel — Lacunes identifiées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État actuel — Lacunes identifiées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200"/>
            </a:pPr>
            <a:r>
              <a:t>VM Windows = single point of failure (pas de HA, pas d'auto-recovery)</a:t>
            </a:r>
          </a:p>
          <a:p>
            <a:pPr>
              <a:defRPr sz="1200"/>
            </a:pPr>
            <a:r>
              <a:t>Pas de MFA activé</a:t>
            </a:r>
          </a:p>
          <a:p>
            <a:pPr>
              <a:defRPr sz="1200"/>
            </a:pPr>
            <a:r>
              <a:t>Failover manuel (Veeam + NAS + tape)</a:t>
            </a:r>
          </a:p>
          <a:p>
            <a:pPr>
              <a:defRPr sz="1200"/>
            </a:pPr>
            <a:r>
              <a:t>Pas d'IaC ni de CI/CD formalisé</a:t>
            </a:r>
          </a:p>
          <a:p>
            <a:pPr>
              <a:defRPr sz="1200"/>
            </a:pPr>
            <a:r>
              <a:t>Dépendance forte à Lyft (migration imposée nov-déc 2026)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Migration Datamart MySQL → Helium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Migration Datamart MySQL → Helium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200"/>
            </a:pPr>
            <a:r>
              <a:t>Deux flux distincts remplacent le Datamart MySQL :</a:t>
            </a:r>
          </a:p>
          <a:p>
            <a:pPr>
              <a:defRPr sz="1200"/>
            </a:pPr>
            <a:r>
              <a:t>Flux opérationnel (live) : Datamart → APIs HCP (Helium Control Panel) — temps réel</a:t>
            </a:r>
          </a:p>
          <a:p>
            <a:pPr>
              <a:defRPr sz="1200"/>
            </a:pPr>
            <a:r>
              <a:t>Flux ingestion (ETL) : Datamart → HDP (Helium Data Platform) — fichiers Parquet/S3, exports quotidiens J-1</a:t>
            </a:r>
          </a:p>
          <a:p>
            <a:pPr>
              <a:defRPr sz="1200"/>
            </a:pPr>
            <a:r>
              <a:t>Impact : réécriture des scripts et Panorama (parsing API, logique métier, gestion PII) — effort ~8-12 semaines</a:t>
            </a:r>
          </a:p>
          <a:p>
            <a:pPr>
              <a:defRPr sz="1200"/>
            </a:pPr>
            <a:r>
              <a:t>Cet effort est identique quel que soit le scénario AWS choisi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Scénario A — Big Bang (tout avant Lyft)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Scénario A — Big Bang (tout avant Lyft)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200"/>
            </a:pPr>
            <a:r>
              <a:t>Principe : migrer les 20 scripts + Panorama vers AWS avant la migration Lyft</a:t>
            </a:r>
          </a:p>
          <a:p>
            <a:pPr>
              <a:defRPr sz="1200"/>
            </a:pPr>
            <a:r>
              <a:t>Lambda dans VPC + VPN site-to-site vers APIs Lyft (contrainte pré-Helium)</a:t>
            </a:r>
          </a:p>
          <a:p>
            <a:pPr>
              <a:defRPr sz="1200"/>
            </a:pPr>
            <a:r>
              <a:t>Provisioned concurrency pour scripts critiques (swap_bat chaque minute)</a:t>
            </a:r>
          </a:p>
          <a:p>
            <a:pPr>
              <a:defRPr sz="1200"/>
            </a:pPr>
            <a:r>
              <a:t>Panorama → ECS Fargate + ALB (haute disponibilité dès la migration)</a:t>
            </a:r>
          </a:p>
          <a:p>
            <a:pPr>
              <a:defRPr sz="1200"/>
            </a:pPr>
            <a:r>
              <a:t>Coût AWS : 223,56 $/mois — 2 682,72 $/an</a:t>
            </a:r>
          </a:p>
          <a:p>
            <a:pPr>
              <a:defRPr sz="1200"/>
            </a:pPr>
            <a:r>
              <a:t>Risque : migration pendant saison BIXI + double changement en 6 mois (AWS puis Helium)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Scénario B — Hybride + Shadow Mode (recommandé)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Scénario B — Hybride + Shadow Mode (recommandé)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200"/>
            </a:pPr>
            <a:r>
              <a:t>Phase 1 (pré-Helium) : 10 scripts indépendants → Lambda hors VPC, sans VPN</a:t>
            </a:r>
          </a:p>
          <a:p>
            <a:pPr>
              <a:defRPr sz="1200"/>
            </a:pPr>
            <a:r>
              <a:t>Phase 2 (post-Helium) : 10 scripts Lyft + Panorama → Lambda + ECS Fargate</a:t>
            </a:r>
          </a:p>
          <a:p>
            <a:pPr>
              <a:defRPr sz="1200"/>
            </a:pPr>
            <a:r>
              <a:t>Shadow Mode : VM et Lambda en parallèle, flag AppConfig (vm/shadow/lambda), rollback &lt; 5 min</a:t>
            </a:r>
          </a:p>
          <a:p>
            <a:pPr>
              <a:defRPr sz="1200"/>
            </a:pPr>
            <a:r>
              <a:t>Pas de VPN, pas de Lambda dans VPC → architecture réseau simple</a:t>
            </a:r>
          </a:p>
          <a:p>
            <a:pPr>
              <a:defRPr sz="1200"/>
            </a:pPr>
            <a:r>
              <a:t>Coût AWS : 177,56 $/mois — 2 131,92 $/an</a:t>
            </a:r>
          </a:p>
          <a:p>
            <a:pPr>
              <a:defRPr sz="1200"/>
            </a:pPr>
            <a:r>
              <a:t>Scripts critiques migrés hors saison BIXI (jan-fév 2027)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Scénario C — Conservative (tout après Lyft)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Scénario C — Conservative (tout après Lyft)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200"/>
            </a:pPr>
            <a:r>
              <a:t>Pré-Helium : adaptation des scripts sur la VM uniquement (aucune migration AWS)</a:t>
            </a:r>
          </a:p>
          <a:p>
            <a:pPr>
              <a:defRPr sz="1200"/>
            </a:pPr>
            <a:r>
              <a:t>Post-Helium : migration complète vers AWS (Lambda hors VPC + ECS Fargate)</a:t>
            </a:r>
          </a:p>
          <a:p>
            <a:pPr>
              <a:defRPr sz="1200"/>
            </a:pPr>
            <a:r>
              <a:t>Approche la plus simple et la moins risquée</a:t>
            </a:r>
          </a:p>
          <a:p>
            <a:pPr>
              <a:defRPr sz="1200"/>
            </a:pPr>
            <a:r>
              <a:t>Coût AWS : 165,91 $/mois — 1 990,92 $/an</a:t>
            </a:r>
          </a:p>
          <a:p>
            <a:pPr>
              <a:defRPr sz="1200"/>
            </a:pPr>
            <a:r>
              <a:t>VM maintenue ~18 mois de plus — aucun bénéfice AWS avant 2027</a:t>
            </a:r>
          </a:p>
          <a:p>
            <a:pPr>
              <a:defRPr sz="1200"/>
            </a:pPr>
            <a:r>
              <a:t>Risque : bloqué si Lyft reporte Helium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Comparaison des scénarios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Comparaison des scénarios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200"/>
            </a:pPr>
            <a:r>
              <a:t>Coût mensuel : A = 223 $ | B = 178 $ | C = 166 $</a:t>
            </a:r>
          </a:p>
          <a:p>
            <a:pPr>
              <a:defRPr sz="1200"/>
            </a:pPr>
            <a:r>
              <a:t>Risque opérationnel : A = Élevé | B = Modéré | C = Faible</a:t>
            </a:r>
          </a:p>
          <a:p>
            <a:pPr>
              <a:defRPr sz="1200"/>
            </a:pPr>
            <a:r>
              <a:t>Complexité réseau : A = Élevée (VPC+VPN) | B = Faible | C = Faible</a:t>
            </a:r>
          </a:p>
          <a:p>
            <a:pPr>
              <a:defRPr sz="1200"/>
            </a:pPr>
            <a:r>
              <a:t>Migration pendant saison BIXI : A = Oui | B = Phase 1 seulement | C = Non</a:t>
            </a:r>
          </a:p>
          <a:p>
            <a:pPr>
              <a:defRPr sz="1200"/>
            </a:pPr>
            <a:r>
              <a:t>Rollback : A = Réactivation VM | B = AppConfig &lt; 5 min | C = VM toujours active</a:t>
            </a:r>
          </a:p>
          <a:p>
            <a:pPr>
              <a:defRPr sz="1200"/>
            </a:pPr>
            <a:r>
              <a:t>VM maintenue : A = Éteinte rapidement | B = ~12 mois | C = ~18 mois</a:t>
            </a:r>
          </a:p>
          <a:p>
            <a:pPr>
              <a:defRPr sz="1200"/>
            </a:pPr>
            <a:r>
              <a:t>ROI : A = Le plus rapide | B = Intermédiaire | C = Le plus tardif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Recommandation Alithya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Recommandation Alithya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200"/>
            </a:pPr>
            <a:r>
              <a:t>Scénario B recommandé — meilleur équilibre risque / coût / modernisation</a:t>
            </a:r>
          </a:p>
          <a:p>
            <a:pPr>
              <a:defRPr sz="1200"/>
            </a:pPr>
            <a:r>
              <a:t>Risque maitrisé : Phase 1 sans risque, Phase 2 avec Shadow Mode + rollback &lt; 5 min</a:t>
            </a:r>
          </a:p>
          <a:p>
            <a:pPr>
              <a:defRPr sz="1200"/>
            </a:pPr>
            <a:r>
              <a:t>Pas de VPN : architecture réseau simple dès le départ</a:t>
            </a:r>
          </a:p>
          <a:p>
            <a:pPr>
              <a:defRPr sz="1200"/>
            </a:pPr>
            <a:r>
              <a:t>Modernisation progressive : bénéfices AWS dès la Phase 1 (50% des scripts)</a:t>
            </a:r>
          </a:p>
          <a:p>
            <a:pPr>
              <a:defRPr sz="1200"/>
            </a:pPr>
            <a:r>
              <a:t>Coût optimal : 178 $/mois sans surcout VPN ni provisioned concurrency</a:t>
            </a:r>
          </a:p>
          <a:p>
            <a:pPr>
              <a:defRPr sz="1200"/>
            </a:pPr>
            <a:r>
              <a:t>Shadow Mode unique : validation en production réelle avant bascule</a:t>
            </a:r>
          </a:p>
          <a:p>
            <a:pPr>
              <a:defRPr sz="1200"/>
            </a:pPr>
            <a:r>
              <a:t>Hors saison : scripts critiques migrés en jan-fév 2027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Prochaines étapes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Prochaines étapes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200"/>
            </a:pPr>
            <a:r>
              <a:t>Validation du scénario retenu par BIXI</a:t>
            </a:r>
          </a:p>
          <a:p>
            <a:pPr>
              <a:defRPr sz="1200"/>
            </a:pPr>
            <a:r>
              <a:t>Démarrage Phase 1 : setup EventBridge + IAM + migration des 10 scripts indépendants</a:t>
            </a:r>
          </a:p>
          <a:p>
            <a:pPr>
              <a:defRPr sz="1200"/>
            </a:pPr>
            <a:r>
              <a:t>Coordination avec Lyft pour le calendrier Helium (nov-déc 2026)</a:t>
            </a:r>
          </a:p>
          <a:p>
            <a:pPr>
              <a:defRPr sz="1200"/>
            </a:pPr>
            <a:r>
              <a:t>Planification de l'adaptation Helium (réécriture ~8-12 semaines)</a:t>
            </a:r>
          </a:p>
          <a:p>
            <a:pPr>
              <a:defRPr sz="1200"/>
            </a:pPr>
            <a:r>
              <a:t>Mise en place du monitoring CloudWatch renforcé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defRPr sz="1200"/>
            </a:pPr>
            <a:r>
              <a:t>Merci — Alithya, Lot 2 Architecture &amp; Infrastructure TI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llithya palette 2024">
      <a:dk1>
        <a:srgbClr val="002957"/>
      </a:dk1>
      <a:lt1>
        <a:srgbClr val="FFFFFF"/>
      </a:lt1>
      <a:dk2>
        <a:srgbClr val="002957"/>
      </a:dk2>
      <a:lt2>
        <a:srgbClr val="E7E6E6"/>
      </a:lt2>
      <a:accent1>
        <a:srgbClr val="1F96E3"/>
      </a:accent1>
      <a:accent2>
        <a:srgbClr val="C9ED21"/>
      </a:accent2>
      <a:accent3>
        <a:srgbClr val="798FAB"/>
      </a:accent3>
      <a:accent4>
        <a:srgbClr val="146EA8"/>
      </a:accent4>
      <a:accent5>
        <a:srgbClr val="002857"/>
      </a:accent5>
      <a:accent6>
        <a:srgbClr val="C6CFDC"/>
      </a:accent6>
      <a:hlink>
        <a:srgbClr val="1F96E3"/>
      </a:hlink>
      <a:folHlink>
        <a:srgbClr val="1F96E3"/>
      </a:folHlink>
    </a:clrScheme>
    <a:fontScheme name="Test">
      <a:majorFont>
        <a:latin typeface="Poppins Light"/>
        <a:ea typeface=""/>
        <a:cs typeface=""/>
      </a:majorFont>
      <a:minorFont>
        <a:latin typeface="Poppi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Mod val="20000"/>
            <a:lumOff val="8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marL="182880" indent="-182880" algn="l" rtl="0">
          <a:spcBef>
            <a:spcPts val="600"/>
          </a:spcBef>
          <a:buClr>
            <a:srgbClr val="1F96E3"/>
          </a:buClr>
          <a:buSzPct val="120000"/>
          <a:buFont typeface="Poppins" panose="00000500000000000000" pitchFamily="2" charset="0"/>
          <a:buChar char="⁄"/>
          <a:defRPr kern="1200" dirty="0" err="1">
            <a:solidFill>
              <a:srgbClr val="002957"/>
            </a:solidFill>
            <a:latin typeface="Poppins Ligh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lithya PPT template light 10-25" id="{00B4A2D1-EEDB-AE4F-A9FE-9877AA6AC266}" vid="{6F9E098C-52DC-6043-A101-AF807CE990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B06DE1FB3D21B42A343A805556EFF43" ma:contentTypeVersion="9" ma:contentTypeDescription="Create a new document." ma:contentTypeScope="" ma:versionID="4a3779a95a6b4bdc81f0151a3a7f0b25">
  <xsd:schema xmlns:xsd="http://www.w3.org/2001/XMLSchema" xmlns:xs="http://www.w3.org/2001/XMLSchema" xmlns:p="http://schemas.microsoft.com/office/2006/metadata/properties" xmlns:ns2="bdd94579-cdf9-4059-a3ce-96f8acf6cc82" xmlns:ns3="dc1728da-f444-486a-8920-6475759f89a9" targetNamespace="http://schemas.microsoft.com/office/2006/metadata/properties" ma:root="true" ma:fieldsID="2c63c2b365915b0cb88bd4ce14400897" ns2:_="" ns3:_="">
    <xsd:import namespace="bdd94579-cdf9-4059-a3ce-96f8acf6cc82"/>
    <xsd:import namespace="dc1728da-f444-486a-8920-6475759f89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d94579-cdf9-4059-a3ce-96f8acf6cc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a55bf7c4-1c5d-4d4a-9c64-4c52f963024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1728da-f444-486a-8920-6475759f89a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1603815-6f79-4327-8409-c49456b0be6f}" ma:internalName="TaxCatchAll" ma:showField="CatchAllData" ma:web="dc1728da-f444-486a-8920-6475759f89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dd94579-cdf9-4059-a3ce-96f8acf6cc82">
      <Terms xmlns="http://schemas.microsoft.com/office/infopath/2007/PartnerControls"/>
    </lcf76f155ced4ddcb4097134ff3c332f>
    <TaxCatchAll xmlns="dc1728da-f444-486a-8920-6475759f89a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E2C2C8-BA4B-4036-93F9-46D31DFF8740}"/>
</file>

<file path=customXml/itemProps2.xml><?xml version="1.0" encoding="utf-8"?>
<ds:datastoreItem xmlns:ds="http://schemas.openxmlformats.org/officeDocument/2006/customXml" ds:itemID="{1D17790D-6B76-4004-BF9E-F7EF58F32E38}">
  <ds:schemaRefs>
    <ds:schemaRef ds:uri="http://schemas.microsoft.com/office/infopath/2007/PartnerControls"/>
    <ds:schemaRef ds:uri="http://schemas.microsoft.com/office/2006/metadata/properties"/>
    <ds:schemaRef ds:uri="http://purl.org/dc/elements/1.1/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f8bd677a-7da4-4343-abb0-704e6f5e90f0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CC2DD64-686E-4F7B-91CB-18B760C6C51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256</TotalTime>
  <Words>194</Words>
  <Application>Microsoft Macintosh PowerPoint</Application>
  <PresentationFormat>Widescreen</PresentationFormat>
  <Paragraphs>40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Poppins</vt:lpstr>
      <vt:lpstr>Poppins Light</vt:lpstr>
      <vt:lpstr>Poppins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Lorem ipsum odlor sette amet</vt:lpstr>
      <vt:lpstr>Lorem ipsum odlor sette amet</vt:lpstr>
      <vt:lpstr>Agenda</vt:lpstr>
      <vt:lpstr>Agenda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Sandra Campbell</dc:creator>
  <cp:lastModifiedBy>Sandra Campbell</cp:lastModifiedBy>
  <cp:revision>2</cp:revision>
  <dcterms:created xsi:type="dcterms:W3CDTF">2025-09-30T14:07:07Z</dcterms:created>
  <dcterms:modified xsi:type="dcterms:W3CDTF">2025-09-30T20:47:13Z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2023-03-12T00:00:00Z</vt:filetime>
  </property>
  <property fmtid="{D5CDD505-2E9C-101B-9397-08002B2CF9AE}" pid="3" name="Creator">
    <vt:lpwstr>Adobe InDesign 18.1 (Macintosh)</vt:lpwstr>
  </property>
  <property fmtid="{D5CDD505-2E9C-101B-9397-08002B2CF9AE}" pid="4" name="LastSaved">
    <vt:filetime>2023-03-12T00:00:00Z</vt:filetime>
  </property>
  <property fmtid="{D5CDD505-2E9C-101B-9397-08002B2CF9AE}" pid="5" name="Producer">
    <vt:lpwstr>Adobe PDF Library 17.0</vt:lpwstr>
  </property>
  <property fmtid="{D5CDD505-2E9C-101B-9397-08002B2CF9AE}" pid="6" name="ContentTypeId">
    <vt:lpwstr>0x0101004B06DE1FB3D21B42A343A805556EFF43</vt:lpwstr>
  </property>
  <property fmtid="{D5CDD505-2E9C-101B-9397-08002B2CF9AE}" pid="7" name="MediaServiceImageTags">
    <vt:lpwstr/>
  </property>
</Properties>
</file>