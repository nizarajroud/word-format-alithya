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media/image13.svg" ContentType="image/svg+xml"/>
  <Override PartName="/ppt/media/image14.svg" ContentType="image/svg+xml"/>
  <Override PartName="/ppt/media/image15.svg" ContentType="image/svg+xml"/>
  <Override PartName="/ppt/media/image17.svg" ContentType="image/svg+xml"/>
  <Override PartName="/ppt/media/image4.svg" ContentType="image/svg+xml"/>
  <Override PartName="/ppt/media/image6.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0"/>
  </p:notesMasterIdLst>
  <p:sldIdLst>
    <p:sldId id="256" r:id="rId11"/>
    <p:sldId id="257" r:id="rId12"/>
    <p:sldId id="258" r:id="rId13"/>
    <p:sldId id="259" r:id="rId14"/>
    <p:sldId id="260" r:id="rId15"/>
    <p:sldId id="261" r:id="rId16"/>
    <p:sldId id="262" r:id="rId17"/>
    <p:sldId id="263" r:id="rId18"/>
    <p:sldId id="264" r:id="rId19"/>
    <p:sldId id="265" r:id="rId10"/>
    <p:sldId id="266" r:id="rId9"/>
    <p:sldId id="267" r:id="rId8"/>
    <p:sldId id="268" r:id="rId7"/>
    <p:sldId id="269" r:id="rId6"/>
    <p:sldId id="270" r:id="rId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 id="350" r:id="rId105"/>
    <p:sldId id="351" r:id="rId106"/>
    <p:sldId id="352" r:id="rId107"/>
    <p:sldId id="353" r:id="rId108"/>
    <p:sldId id="354" r:id="rId109"/>
    <p:sldId id="355" r:id="rId110"/>
  </p:sldIdLst>
  <p:sldSz cx="12192000" cy="6858000"/>
  <p:notesSz cx="12192000" cy="6858000"/>
  <p:defaultTextStyle>
    <a:defPPr>
      <a:defRPr kern="0"/>
    </a:defPPr>
  </p:defaultTextStyle>
  <p:extLst>
    <p:ext uri="{521415D9-36F7-43E2-AB2F-B90AF26B5E84}">
      <p14:sectionLst xmlns:p14="http://schemas.microsoft.com/office/powerpoint/2010/main">
        <p14:section name=" Read Me" id="{0286A1F5-FBFF-492D-8EE9-EC94B7AD3073}">
          <p14:sldIdLst>
            <p14:sldId id="283"/>
          </p14:sldIdLst>
        </p14:section>
        <p14:section name="GENERAL CONTENT SLIDES" id="{12A41914-A8C7-4360-96C8-9661449E7322}">
          <p14:sldIdLst>
            <p14:sldId id="314"/>
            <p14:sldId id="317"/>
            <p14:sldId id="315"/>
            <p14:sldId id="316"/>
            <p14:sldId id="321"/>
          </p14:sldIdLst>
        </p14:section>
        <p14:section name="CASE STUDY" id="{6EAA5A5A-2CD7-4AED-8A7E-B1FA74641BFA}">
          <p14:sldIdLst>
            <p14:sldId id="324"/>
            <p14:sldId id="326"/>
          </p14:sldIdLst>
        </p14:section>
        <p14:section name="QUOTE SLIDE" id="{D4453866-B720-468D-A6B6-B095361A4099}">
          <p14:sldIdLst>
            <p14:sldId id="296"/>
          </p14:sldIdLst>
        </p14:section>
        <p14:section name="SAMPLE COVERS" id="{759E3D3F-CDC5-49C1-BA83-91CA84BB097A}">
          <p14:sldIdLst>
            <p14:sldId id="257"/>
            <p14:sldId id="276"/>
          </p14:sldIdLst>
        </p14:section>
        <p14:section name="AGENDA" id="{972E6273-CA5C-4D4B-8A3E-70D1E6E87CEB}">
          <p14:sldIdLst>
            <p14:sldId id="273"/>
            <p14:sldId id="322"/>
          </p14:sldIdLst>
        </p14:section>
        <p14:section name="DIVIDER OPTIONS" id="{ED82B2C5-3F9C-406B-A834-6843F4D27F2F}">
          <p14:sldIdLst>
            <p14:sldId id="285"/>
            <p14:sldId id="323"/>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8B0E89E-501A-1242-950D-7CCD4B2C8256}" name="Jamie Bracewell" initials="JB" userId="S::jamie.bracewell@alithya.com::e61edae9-6720-46d1-b341-8544991fd8e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FF8"/>
    <a:srgbClr val="313131"/>
    <a:srgbClr val="B8C1CC"/>
    <a:srgbClr val="CDD6E3"/>
    <a:srgbClr val="FFFFFF"/>
    <a:srgbClr val="8C95A2"/>
    <a:srgbClr val="9FA9B6"/>
    <a:srgbClr val="000000"/>
    <a:srgbClr val="B8C3D0"/>
    <a:srgbClr val="0029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665"/>
    <p:restoredTop sz="94043"/>
  </p:normalViewPr>
  <p:slideViewPr>
    <p:cSldViewPr snapToGrid="0">
      <p:cViewPr varScale="1">
        <p:scale>
          <a:sx n="115" d="100"/>
          <a:sy n="115" d="100"/>
        </p:scale>
        <p:origin x="1200" y="192"/>
      </p:cViewPr>
      <p:guideLst>
        <p:guide orient="horz" pos="2880"/>
        <p:guide pos="216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5.xml"/><Relationship Id="rId6" Type="http://schemas.openxmlformats.org/officeDocument/2006/relationships/slide" Target="slides/slide14.xml"/><Relationship Id="rId7" Type="http://schemas.openxmlformats.org/officeDocument/2006/relationships/slide" Target="slides/slide13.xml"/><Relationship Id="rId8" Type="http://schemas.openxmlformats.org/officeDocument/2006/relationships/slide" Target="slides/slide12.xml"/><Relationship Id="rId9" Type="http://schemas.openxmlformats.org/officeDocument/2006/relationships/slide" Target="slides/slide11.xml"/><Relationship Id="rId10" Type="http://schemas.openxmlformats.org/officeDocument/2006/relationships/slide" Target="slides/slide10.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8/10/relationships/authors" Target="authors.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 Id="rId61" Type="http://schemas.openxmlformats.org/officeDocument/2006/relationships/slide" Target="slides/slide51.xml"/><Relationship Id="rId62" Type="http://schemas.openxmlformats.org/officeDocument/2006/relationships/slide" Target="slides/slide52.xml"/><Relationship Id="rId63" Type="http://schemas.openxmlformats.org/officeDocument/2006/relationships/slide" Target="slides/slide53.xml"/><Relationship Id="rId64" Type="http://schemas.openxmlformats.org/officeDocument/2006/relationships/slide" Target="slides/slide54.xml"/><Relationship Id="rId65" Type="http://schemas.openxmlformats.org/officeDocument/2006/relationships/slide" Target="slides/slide55.xml"/><Relationship Id="rId66" Type="http://schemas.openxmlformats.org/officeDocument/2006/relationships/slide" Target="slides/slide56.xml"/><Relationship Id="rId67" Type="http://schemas.openxmlformats.org/officeDocument/2006/relationships/slide" Target="slides/slide57.xml"/><Relationship Id="rId68" Type="http://schemas.openxmlformats.org/officeDocument/2006/relationships/slide" Target="slides/slide58.xml"/><Relationship Id="rId69" Type="http://schemas.openxmlformats.org/officeDocument/2006/relationships/slide" Target="slides/slide59.xml"/><Relationship Id="rId70" Type="http://schemas.openxmlformats.org/officeDocument/2006/relationships/slide" Target="slides/slide60.xml"/><Relationship Id="rId71" Type="http://schemas.openxmlformats.org/officeDocument/2006/relationships/slide" Target="slides/slide61.xml"/><Relationship Id="rId72" Type="http://schemas.openxmlformats.org/officeDocument/2006/relationships/slide" Target="slides/slide62.xml"/><Relationship Id="rId73" Type="http://schemas.openxmlformats.org/officeDocument/2006/relationships/slide" Target="slides/slide63.xml"/><Relationship Id="rId74" Type="http://schemas.openxmlformats.org/officeDocument/2006/relationships/slide" Target="slides/slide64.xml"/><Relationship Id="rId75" Type="http://schemas.openxmlformats.org/officeDocument/2006/relationships/slide" Target="slides/slide65.xml"/><Relationship Id="rId76" Type="http://schemas.openxmlformats.org/officeDocument/2006/relationships/slide" Target="slides/slide66.xml"/><Relationship Id="rId77" Type="http://schemas.openxmlformats.org/officeDocument/2006/relationships/slide" Target="slides/slide67.xml"/><Relationship Id="rId78" Type="http://schemas.openxmlformats.org/officeDocument/2006/relationships/slide" Target="slides/slide68.xml"/><Relationship Id="rId79" Type="http://schemas.openxmlformats.org/officeDocument/2006/relationships/slide" Target="slides/slide69.xml"/><Relationship Id="rId80" Type="http://schemas.openxmlformats.org/officeDocument/2006/relationships/slide" Target="slides/slide70.xml"/><Relationship Id="rId81" Type="http://schemas.openxmlformats.org/officeDocument/2006/relationships/slide" Target="slides/slide71.xml"/><Relationship Id="rId82" Type="http://schemas.openxmlformats.org/officeDocument/2006/relationships/slide" Target="slides/slide72.xml"/><Relationship Id="rId83" Type="http://schemas.openxmlformats.org/officeDocument/2006/relationships/slide" Target="slides/slide73.xml"/><Relationship Id="rId84" Type="http://schemas.openxmlformats.org/officeDocument/2006/relationships/slide" Target="slides/slide74.xml"/><Relationship Id="rId85" Type="http://schemas.openxmlformats.org/officeDocument/2006/relationships/slide" Target="slides/slide75.xml"/><Relationship Id="rId86" Type="http://schemas.openxmlformats.org/officeDocument/2006/relationships/slide" Target="slides/slide76.xml"/><Relationship Id="rId87" Type="http://schemas.openxmlformats.org/officeDocument/2006/relationships/slide" Target="slides/slide77.xml"/><Relationship Id="rId88" Type="http://schemas.openxmlformats.org/officeDocument/2006/relationships/slide" Target="slides/slide78.xml"/><Relationship Id="rId89" Type="http://schemas.openxmlformats.org/officeDocument/2006/relationships/slide" Target="slides/slide79.xml"/><Relationship Id="rId90" Type="http://schemas.openxmlformats.org/officeDocument/2006/relationships/slide" Target="slides/slide80.xml"/><Relationship Id="rId91" Type="http://schemas.openxmlformats.org/officeDocument/2006/relationships/slide" Target="slides/slide81.xml"/><Relationship Id="rId92" Type="http://schemas.openxmlformats.org/officeDocument/2006/relationships/slide" Target="slides/slide82.xml"/><Relationship Id="rId93" Type="http://schemas.openxmlformats.org/officeDocument/2006/relationships/slide" Target="slides/slide83.xml"/><Relationship Id="rId94" Type="http://schemas.openxmlformats.org/officeDocument/2006/relationships/slide" Target="slides/slide84.xml"/><Relationship Id="rId95" Type="http://schemas.openxmlformats.org/officeDocument/2006/relationships/slide" Target="slides/slide85.xml"/><Relationship Id="rId96" Type="http://schemas.openxmlformats.org/officeDocument/2006/relationships/slide" Target="slides/slide86.xml"/><Relationship Id="rId97" Type="http://schemas.openxmlformats.org/officeDocument/2006/relationships/slide" Target="slides/slide87.xml"/><Relationship Id="rId98" Type="http://schemas.openxmlformats.org/officeDocument/2006/relationships/slide" Target="slides/slide88.xml"/><Relationship Id="rId99" Type="http://schemas.openxmlformats.org/officeDocument/2006/relationships/slide" Target="slides/slide89.xml"/><Relationship Id="rId100" Type="http://schemas.openxmlformats.org/officeDocument/2006/relationships/slide" Target="slides/slide90.xml"/><Relationship Id="rId101" Type="http://schemas.openxmlformats.org/officeDocument/2006/relationships/slide" Target="slides/slide91.xml"/><Relationship Id="rId102" Type="http://schemas.openxmlformats.org/officeDocument/2006/relationships/slide" Target="slides/slide92.xml"/><Relationship Id="rId103" Type="http://schemas.openxmlformats.org/officeDocument/2006/relationships/slide" Target="slides/slide93.xml"/><Relationship Id="rId104" Type="http://schemas.openxmlformats.org/officeDocument/2006/relationships/slide" Target="slides/slide94.xml"/><Relationship Id="rId105" Type="http://schemas.openxmlformats.org/officeDocument/2006/relationships/slide" Target="slides/slide95.xml"/><Relationship Id="rId106" Type="http://schemas.openxmlformats.org/officeDocument/2006/relationships/slide" Target="slides/slide96.xml"/><Relationship Id="rId107" Type="http://schemas.openxmlformats.org/officeDocument/2006/relationships/slide" Target="slides/slide97.xml"/><Relationship Id="rId108" Type="http://schemas.openxmlformats.org/officeDocument/2006/relationships/slide" Target="slides/slide98.xml"/><Relationship Id="rId109" Type="http://schemas.openxmlformats.org/officeDocument/2006/relationships/slide" Target="slides/slide99.xml"/><Relationship Id="rId110" Type="http://schemas.openxmlformats.org/officeDocument/2006/relationships/slide" Target="slides/slide10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A16EBCD0-F350-BA46-B703-8D359020DC66}" type="datetimeFigureOut">
              <a:t>9/30/25</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0537748E-770F-684E-B745-0B2EC44ABB4F}" type="slidenum">
              <a:t>‹#›</a:t>
            </a:fld>
            <a:endParaRPr lang="en-US"/>
          </a:p>
        </p:txBody>
      </p:sp>
    </p:spTree>
    <p:extLst>
      <p:ext uri="{BB962C8B-B14F-4D97-AF65-F5344CB8AC3E}">
        <p14:creationId xmlns:p14="http://schemas.microsoft.com/office/powerpoint/2010/main" val="36969018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6.svg"/><Relationship Id="rId5"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9.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eg"/><Relationship Id="rId3" Type="http://schemas.openxmlformats.org/officeDocument/2006/relationships/image" Target="../media/image5.png"/><Relationship Id="rId4" Type="http://schemas.openxmlformats.org/officeDocument/2006/relationships/image" Target="../media/image9.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5.png"/><Relationship Id="rId4" Type="http://schemas.openxmlformats.org/officeDocument/2006/relationships/image" Target="../media/image9.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image" Target="../media/image5.png"/><Relationship Id="rId5" Type="http://schemas.openxmlformats.org/officeDocument/2006/relationships/image" Target="../media/image9.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image" Target="../media/image3.png"/><Relationship Id="rId5" Type="http://schemas.openxmlformats.org/officeDocument/2006/relationships/image" Target="../media/image1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9.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9.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5.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5.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7.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5.png"/><Relationship Id="rId4" Type="http://schemas.openxmlformats.org/officeDocument/2006/relationships/image" Target="../media/image9.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5.png"/><Relationship Id="rId4" Type="http://schemas.openxmlformats.org/officeDocument/2006/relationships/image" Target="../media/image8.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9.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Navy 1">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23C30AA-EE47-DBA2-68FA-D1D46E237240}"/>
              </a:ext>
            </a:extLst>
          </p:cNvPr>
          <p:cNvSpPr>
            <a:spLocks noGrp="1"/>
          </p:cNvSpPr>
          <p:nvPr>
            <p:ph type="title" hasCustomPrompt="1"/>
          </p:nvPr>
        </p:nvSpPr>
        <p:spPr>
          <a:xfrm>
            <a:off x="433953" y="1447800"/>
            <a:ext cx="7719447" cy="1752600"/>
          </a:xfrm>
          <a:prstGeom prst="rect">
            <a:avLst/>
          </a:prstGeom>
        </p:spPr>
        <p:txBody>
          <a:bodyPr lIns="0" tIns="0" rIns="0" bIns="0"/>
          <a:lstStyle>
            <a:lvl1pPr>
              <a:lnSpc>
                <a:spcPct val="90000"/>
              </a:lnSpc>
              <a:defRPr sz="6300" baseline="0">
                <a:solidFill>
                  <a:schemeClr val="accent2"/>
                </a:solidFill>
              </a:defRPr>
            </a:lvl1pPr>
          </a:lstStyle>
          <a:p>
            <a:r>
              <a:rPr lang="en-US" dirty="0"/>
              <a:t>Lorem ipsum </a:t>
            </a:r>
            <a:r>
              <a:rPr lang="en-US" dirty="0" err="1"/>
              <a:t>odlor</a:t>
            </a:r>
            <a:br>
              <a:rPr lang="en-US" dirty="0"/>
            </a:br>
            <a:r>
              <a:rPr lang="en-US" dirty="0" err="1"/>
              <a:t>stlen</a:t>
            </a:r>
            <a:r>
              <a:rPr lang="en-US" dirty="0"/>
              <a:t> </a:t>
            </a:r>
            <a:r>
              <a:rPr lang="en-US" dirty="0" err="1"/>
              <a:t>amet</a:t>
            </a:r>
            <a:endParaRPr lang="en-US" dirty="0"/>
          </a:p>
        </p:txBody>
      </p:sp>
      <p:sp>
        <p:nvSpPr>
          <p:cNvPr id="11" name="Text Placeholder 8">
            <a:extLst>
              <a:ext uri="{FF2B5EF4-FFF2-40B4-BE49-F238E27FC236}">
                <a16:creationId xmlns:a16="http://schemas.microsoft.com/office/drawing/2014/main" id="{914E0839-F31F-D77F-8719-0EB248C9DF2B}"/>
              </a:ext>
            </a:extLst>
          </p:cNvPr>
          <p:cNvSpPr>
            <a:spLocks noGrp="1"/>
          </p:cNvSpPr>
          <p:nvPr>
            <p:ph type="body" sz="quarter" idx="11" hasCustomPrompt="1"/>
          </p:nvPr>
        </p:nvSpPr>
        <p:spPr>
          <a:xfrm>
            <a:off x="470115" y="3733800"/>
            <a:ext cx="4876800" cy="1524000"/>
          </a:xfrm>
          <a:prstGeom prst="rect">
            <a:avLst/>
          </a:prstGeom>
        </p:spPr>
        <p:txBody>
          <a:bodyPr lIns="0" tIns="0" rIns="0" bIns="0"/>
          <a:lstStyle>
            <a:lvl1pPr algn="l">
              <a:spcAft>
                <a:spcPts val="1200"/>
              </a:spcAft>
              <a:defRPr sz="1800">
                <a:solidFill>
                  <a:schemeClr val="bg1"/>
                </a:solidFill>
              </a:defRPr>
            </a:lvl1pPr>
            <a:lvl2pPr marL="228600" indent="-228600" algn="l">
              <a:spcAft>
                <a:spcPts val="1200"/>
              </a:spcAft>
              <a:buFontTx/>
              <a:buBlip>
                <a:blip r:embed="rId3"/>
              </a:buBlip>
              <a:defRPr sz="1500">
                <a:solidFill>
                  <a:schemeClr val="bg1"/>
                </a:solidFill>
              </a:defRPr>
            </a:lvl2pPr>
            <a:lvl3pPr marL="685800" indent="-228600" algn="l">
              <a:spcAft>
                <a:spcPts val="1200"/>
              </a:spcAft>
              <a:buFontTx/>
              <a:buBlip>
                <a:blip r:embed="rId3"/>
              </a:buBlip>
              <a:defRPr sz="1500">
                <a:solidFill>
                  <a:schemeClr val="bg1"/>
                </a:solidFill>
              </a:defRPr>
            </a:lvl3pPr>
            <a:lvl4pPr marL="1143000" indent="-228600" algn="l">
              <a:spcAft>
                <a:spcPts val="1200"/>
              </a:spcAft>
              <a:buFontTx/>
              <a:buBlip>
                <a:blip r:embed="rId3"/>
              </a:buBlip>
              <a:defRPr sz="1500">
                <a:solidFill>
                  <a:schemeClr val="bg1"/>
                </a:solidFill>
              </a:defRPr>
            </a:lvl4pPr>
            <a:lvl5pPr marL="1600200" indent="-228600" algn="l">
              <a:spcAft>
                <a:spcPts val="1200"/>
              </a:spcAft>
              <a:buFontTx/>
              <a:buBlip>
                <a:blip r:embed="rId3"/>
              </a:buBlip>
              <a:defRPr sz="1500">
                <a:solidFill>
                  <a:schemeClr val="bg1"/>
                </a:solidFill>
              </a:defRPr>
            </a:lvl5pPr>
          </a:lstStyle>
          <a:p>
            <a:pPr lvl="0"/>
            <a:r>
              <a:rPr lang="en-US"/>
              <a:t>Lorem </a:t>
            </a:r>
            <a:r>
              <a:rPr lang="en-US" err="1"/>
              <a:t>Loremipsum</a:t>
            </a:r>
            <a:endParaRPr lang="en-US"/>
          </a:p>
        </p:txBody>
      </p:sp>
      <p:sp>
        <p:nvSpPr>
          <p:cNvPr id="2" name="Text Placeholder 8">
            <a:extLst>
              <a:ext uri="{FF2B5EF4-FFF2-40B4-BE49-F238E27FC236}">
                <a16:creationId xmlns:a16="http://schemas.microsoft.com/office/drawing/2014/main" id="{3D707C00-5A70-75CE-A199-E00A2B3A2002}"/>
              </a:ext>
            </a:extLst>
          </p:cNvPr>
          <p:cNvSpPr>
            <a:spLocks noGrp="1"/>
          </p:cNvSpPr>
          <p:nvPr>
            <p:ph type="body" sz="quarter" idx="12" hasCustomPrompt="1"/>
          </p:nvPr>
        </p:nvSpPr>
        <p:spPr>
          <a:xfrm>
            <a:off x="470115" y="424158"/>
            <a:ext cx="4178085" cy="414042"/>
          </a:xfrm>
          <a:prstGeom prst="rect">
            <a:avLst/>
          </a:prstGeom>
        </p:spPr>
        <p:txBody>
          <a:bodyPr lIns="0" tIns="0" rIns="0" bIns="0"/>
          <a:lstStyle>
            <a:lvl1pPr algn="l">
              <a:spcAft>
                <a:spcPts val="1200"/>
              </a:spcAft>
              <a:defRPr sz="1200">
                <a:solidFill>
                  <a:schemeClr val="accent2"/>
                </a:solidFill>
              </a:defRPr>
            </a:lvl1pPr>
            <a:lvl2pPr marL="228600" indent="-228600" algn="l">
              <a:spcAft>
                <a:spcPts val="1200"/>
              </a:spcAft>
              <a:buFontTx/>
              <a:buBlip>
                <a:blip r:embed="rId3"/>
              </a:buBlip>
              <a:defRPr sz="1500">
                <a:solidFill>
                  <a:schemeClr val="bg1"/>
                </a:solidFill>
              </a:defRPr>
            </a:lvl2pPr>
            <a:lvl3pPr marL="685800" indent="-228600" algn="l">
              <a:spcAft>
                <a:spcPts val="1200"/>
              </a:spcAft>
              <a:buFontTx/>
              <a:buBlip>
                <a:blip r:embed="rId3"/>
              </a:buBlip>
              <a:defRPr sz="1500">
                <a:solidFill>
                  <a:schemeClr val="bg1"/>
                </a:solidFill>
              </a:defRPr>
            </a:lvl3pPr>
            <a:lvl4pPr marL="1143000" indent="-228600" algn="l">
              <a:spcAft>
                <a:spcPts val="1200"/>
              </a:spcAft>
              <a:buFontTx/>
              <a:buBlip>
                <a:blip r:embed="rId3"/>
              </a:buBlip>
              <a:defRPr sz="1500">
                <a:solidFill>
                  <a:schemeClr val="bg1"/>
                </a:solidFill>
              </a:defRPr>
            </a:lvl4pPr>
            <a:lvl5pPr marL="1600200" indent="-228600" algn="l">
              <a:spcAft>
                <a:spcPts val="1200"/>
              </a:spcAft>
              <a:buFontTx/>
              <a:buBlip>
                <a:blip r:embed="rId3"/>
              </a:buBlip>
              <a:defRPr sz="1500">
                <a:solidFill>
                  <a:schemeClr val="bg1"/>
                </a:solidFill>
              </a:defRPr>
            </a:lvl5pPr>
          </a:lstStyle>
          <a:p>
            <a:pPr lvl="0"/>
            <a:r>
              <a:rPr lang="en-US"/>
              <a:t>Date</a:t>
            </a:r>
          </a:p>
        </p:txBody>
      </p:sp>
      <p:pic>
        <p:nvPicPr>
          <p:cNvPr id="3" name="Graphic 2">
            <a:extLst>
              <a:ext uri="{FF2B5EF4-FFF2-40B4-BE49-F238E27FC236}">
                <a16:creationId xmlns:a16="http://schemas.microsoft.com/office/drawing/2014/main" id="{8800ADEE-4CEF-64DD-A09E-A61A28DC18B5}"/>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53748" y="5941383"/>
            <a:ext cx="1555137" cy="492460"/>
          </a:xfrm>
          <a:prstGeom prst="rect">
            <a:avLst/>
          </a:prstGeom>
        </p:spPr>
      </p:pic>
    </p:spTree>
  </p:cSld>
  <p:clrMapOvr>
    <a:masterClrMapping/>
  </p:clrMapOvr>
  <p:extLst>
    <p:ext uri="{DCECCB84-F9BA-43D5-87BE-67443E8EF086}">
      <p15:sldGuideLst xmlns:p15="http://schemas.microsoft.com/office/powerpoint/2012/main">
        <p15:guide id="1" orient="horz" pos="3997" userDrawn="1">
          <p15:clr>
            <a:srgbClr val="FBAE40"/>
          </p15:clr>
        </p15:guide>
        <p15:guide id="2" pos="3840" userDrawn="1">
          <p15:clr>
            <a:srgbClr val="FBAE40"/>
          </p15:clr>
        </p15:guide>
        <p15:guide id="3" pos="288" userDrawn="1">
          <p15:clr>
            <a:srgbClr val="FBAE40"/>
          </p15:clr>
        </p15:guide>
        <p15:guide id="4" orient="horz" pos="14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White">
    <p:bg>
      <p:bgPr>
        <a:solidFill>
          <a:schemeClr val="bg1"/>
        </a:solidFill>
        <a:effectLst/>
      </p:bgPr>
    </p:bg>
    <p:spTree>
      <p:nvGrpSpPr>
        <p:cNvPr id="1" name=""/>
        <p:cNvGrpSpPr/>
        <p:nvPr/>
      </p:nvGrpSpPr>
      <p:grpSpPr>
        <a:xfrm>
          <a:off x="0" y="0"/>
          <a:ext cx="0" cy="0"/>
          <a:chOff x="0" y="0"/>
          <a:chExt cx="0" cy="0"/>
        </a:xfrm>
      </p:grpSpPr>
      <p:sp>
        <p:nvSpPr>
          <p:cNvPr id="24" name="Title 6">
            <a:extLst>
              <a:ext uri="{FF2B5EF4-FFF2-40B4-BE49-F238E27FC236}">
                <a16:creationId xmlns:a16="http://schemas.microsoft.com/office/drawing/2014/main" id="{ECD783DE-1D29-42BD-965F-40CAC0BA992F}"/>
              </a:ext>
            </a:extLst>
          </p:cNvPr>
          <p:cNvSpPr>
            <a:spLocks noGrp="1"/>
          </p:cNvSpPr>
          <p:nvPr>
            <p:ph type="title" hasCustomPrompt="1"/>
          </p:nvPr>
        </p:nvSpPr>
        <p:spPr>
          <a:xfrm>
            <a:off x="433953" y="1447800"/>
            <a:ext cx="7719447" cy="1752600"/>
          </a:xfrm>
          <a:prstGeom prst="rect">
            <a:avLst/>
          </a:prstGeom>
        </p:spPr>
        <p:txBody>
          <a:bodyPr lIns="0" tIns="0" rIns="0" bIns="0"/>
          <a:lstStyle>
            <a:lvl1pPr>
              <a:lnSpc>
                <a:spcPct val="90000"/>
              </a:lnSpc>
              <a:defRPr lang="en-US" sz="6300" baseline="0" dirty="0">
                <a:solidFill>
                  <a:schemeClr val="tx1"/>
                </a:solidFill>
                <a:latin typeface="+mj-lt"/>
                <a:ea typeface="+mj-ea"/>
                <a:cs typeface="+mj-cs"/>
              </a:defRPr>
            </a:lvl1pPr>
          </a:lstStyle>
          <a:p>
            <a:r>
              <a:rPr lang="en-US" dirty="0"/>
              <a:t>Lorem ipsum </a:t>
            </a:r>
            <a:r>
              <a:rPr lang="en-US" dirty="0" err="1"/>
              <a:t>odlor</a:t>
            </a:r>
            <a:br>
              <a:rPr lang="en-US" dirty="0"/>
            </a:br>
            <a:r>
              <a:rPr lang="en-US" dirty="0" err="1"/>
              <a:t>stlen</a:t>
            </a:r>
            <a:r>
              <a:rPr lang="en-US" dirty="0"/>
              <a:t> </a:t>
            </a:r>
            <a:r>
              <a:rPr lang="en-US" dirty="0" err="1"/>
              <a:t>amet</a:t>
            </a:r>
            <a:endParaRPr lang="en-US" dirty="0"/>
          </a:p>
        </p:txBody>
      </p:sp>
      <p:sp>
        <p:nvSpPr>
          <p:cNvPr id="26" name="Text Placeholder 8">
            <a:extLst>
              <a:ext uri="{FF2B5EF4-FFF2-40B4-BE49-F238E27FC236}">
                <a16:creationId xmlns:a16="http://schemas.microsoft.com/office/drawing/2014/main" id="{4AC2F8D6-6E39-473C-BDE2-C06A0E202A9F}"/>
              </a:ext>
            </a:extLst>
          </p:cNvPr>
          <p:cNvSpPr>
            <a:spLocks noGrp="1"/>
          </p:cNvSpPr>
          <p:nvPr>
            <p:ph type="body" sz="quarter" idx="12" hasCustomPrompt="1"/>
          </p:nvPr>
        </p:nvSpPr>
        <p:spPr>
          <a:xfrm>
            <a:off x="470115" y="424158"/>
            <a:ext cx="4178085" cy="414042"/>
          </a:xfrm>
          <a:prstGeom prst="rect">
            <a:avLst/>
          </a:prstGeom>
        </p:spPr>
        <p:txBody>
          <a:bodyPr lIns="0" tIns="0" rIns="0" bIns="0"/>
          <a:lstStyle>
            <a:lvl1pPr algn="l">
              <a:spcAft>
                <a:spcPts val="1200"/>
              </a:spcAft>
              <a:defRPr sz="1200">
                <a:solidFill>
                  <a:schemeClr val="tx2"/>
                </a:solidFill>
              </a:defRPr>
            </a:lvl1pPr>
            <a:lvl2pPr marL="228600" indent="-228600" algn="l">
              <a:spcAft>
                <a:spcPts val="1200"/>
              </a:spcAft>
              <a:buFontTx/>
              <a:buBlip>
                <a:blip r:embed="rId2"/>
              </a:buBlip>
              <a:defRPr sz="1500">
                <a:solidFill>
                  <a:schemeClr val="bg1"/>
                </a:solidFill>
              </a:defRPr>
            </a:lvl2pPr>
            <a:lvl3pPr marL="685800" indent="-228600" algn="l">
              <a:spcAft>
                <a:spcPts val="1200"/>
              </a:spcAft>
              <a:buFontTx/>
              <a:buBlip>
                <a:blip r:embed="rId2"/>
              </a:buBlip>
              <a:defRPr sz="1500">
                <a:solidFill>
                  <a:schemeClr val="bg1"/>
                </a:solidFill>
              </a:defRPr>
            </a:lvl3pPr>
            <a:lvl4pPr marL="1143000" indent="-228600" algn="l">
              <a:spcAft>
                <a:spcPts val="1200"/>
              </a:spcAft>
              <a:buFontTx/>
              <a:buBlip>
                <a:blip r:embed="rId2"/>
              </a:buBlip>
              <a:defRPr sz="1500">
                <a:solidFill>
                  <a:schemeClr val="bg1"/>
                </a:solidFill>
              </a:defRPr>
            </a:lvl4pPr>
            <a:lvl5pPr marL="1600200" indent="-228600" algn="l">
              <a:spcAft>
                <a:spcPts val="1200"/>
              </a:spcAft>
              <a:buFontTx/>
              <a:buBlip>
                <a:blip r:embed="rId2"/>
              </a:buBlip>
              <a:defRPr sz="1500">
                <a:solidFill>
                  <a:schemeClr val="bg1"/>
                </a:solidFill>
              </a:defRPr>
            </a:lvl5pPr>
          </a:lstStyle>
          <a:p>
            <a:pPr lvl="0"/>
            <a:r>
              <a:rPr lang="en-US"/>
              <a:t>Date</a:t>
            </a:r>
          </a:p>
        </p:txBody>
      </p:sp>
      <p:sp>
        <p:nvSpPr>
          <p:cNvPr id="27" name="Rectangle 26">
            <a:extLst>
              <a:ext uri="{FF2B5EF4-FFF2-40B4-BE49-F238E27FC236}">
                <a16:creationId xmlns:a16="http://schemas.microsoft.com/office/drawing/2014/main" id="{767A98CC-43C1-47A2-A9B5-483C3E607C67}"/>
              </a:ext>
            </a:extLst>
          </p:cNvPr>
          <p:cNvSpPr/>
          <p:nvPr userDrawn="1"/>
        </p:nvSpPr>
        <p:spPr>
          <a:xfrm>
            <a:off x="7010399" y="-1371600"/>
            <a:ext cx="7525531" cy="1371600"/>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673AA537-36D5-48EC-9514-61DF4DA9C1E1}"/>
              </a:ext>
            </a:extLst>
          </p:cNvPr>
          <p:cNvSpPr/>
          <p:nvPr userDrawn="1"/>
        </p:nvSpPr>
        <p:spPr>
          <a:xfrm>
            <a:off x="12192000" y="-1166446"/>
            <a:ext cx="2552432" cy="8153400"/>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 Placeholder 8">
            <a:extLst>
              <a:ext uri="{FF2B5EF4-FFF2-40B4-BE49-F238E27FC236}">
                <a16:creationId xmlns:a16="http://schemas.microsoft.com/office/drawing/2014/main" id="{F7D38A10-046A-4062-980C-340FA877D77B}"/>
              </a:ext>
            </a:extLst>
          </p:cNvPr>
          <p:cNvSpPr>
            <a:spLocks noGrp="1"/>
          </p:cNvSpPr>
          <p:nvPr>
            <p:ph type="body" sz="quarter" idx="11" hasCustomPrompt="1"/>
          </p:nvPr>
        </p:nvSpPr>
        <p:spPr>
          <a:xfrm>
            <a:off x="470115" y="3733800"/>
            <a:ext cx="4876800" cy="1524000"/>
          </a:xfrm>
          <a:prstGeom prst="rect">
            <a:avLst/>
          </a:prstGeom>
        </p:spPr>
        <p:txBody>
          <a:bodyPr lIns="0" tIns="0" rIns="0" bIns="0"/>
          <a:lstStyle>
            <a:lvl1pPr algn="l">
              <a:spcAft>
                <a:spcPts val="1200"/>
              </a:spcAft>
              <a:defRPr sz="1800">
                <a:solidFill>
                  <a:schemeClr val="tx1"/>
                </a:solidFill>
              </a:defRPr>
            </a:lvl1pPr>
            <a:lvl2pPr marL="228600" indent="-228600" algn="l">
              <a:spcAft>
                <a:spcPts val="1200"/>
              </a:spcAft>
              <a:buFontTx/>
              <a:buBlip>
                <a:blip r:embed="rId2"/>
              </a:buBlip>
              <a:defRPr sz="1500">
                <a:solidFill>
                  <a:schemeClr val="bg1"/>
                </a:solidFill>
              </a:defRPr>
            </a:lvl2pPr>
            <a:lvl3pPr marL="685800" indent="-228600" algn="l">
              <a:spcAft>
                <a:spcPts val="1200"/>
              </a:spcAft>
              <a:buFontTx/>
              <a:buBlip>
                <a:blip r:embed="rId2"/>
              </a:buBlip>
              <a:defRPr sz="1500">
                <a:solidFill>
                  <a:schemeClr val="bg1"/>
                </a:solidFill>
              </a:defRPr>
            </a:lvl3pPr>
            <a:lvl4pPr marL="1143000" indent="-228600" algn="l">
              <a:spcAft>
                <a:spcPts val="1200"/>
              </a:spcAft>
              <a:buFontTx/>
              <a:buBlip>
                <a:blip r:embed="rId2"/>
              </a:buBlip>
              <a:defRPr sz="1500">
                <a:solidFill>
                  <a:schemeClr val="bg1"/>
                </a:solidFill>
              </a:defRPr>
            </a:lvl4pPr>
            <a:lvl5pPr marL="1600200" indent="-228600" algn="l">
              <a:spcAft>
                <a:spcPts val="1200"/>
              </a:spcAft>
              <a:buFontTx/>
              <a:buBlip>
                <a:blip r:embed="rId2"/>
              </a:buBlip>
              <a:defRPr sz="1500">
                <a:solidFill>
                  <a:schemeClr val="bg1"/>
                </a:solidFill>
              </a:defRPr>
            </a:lvl5pPr>
          </a:lstStyle>
          <a:p>
            <a:pPr lvl="0"/>
            <a:r>
              <a:rPr lang="en-US"/>
              <a:t>Lorem </a:t>
            </a:r>
            <a:r>
              <a:rPr lang="en-US" err="1"/>
              <a:t>Loremipsum</a:t>
            </a:r>
            <a:endParaRPr lang="en-US"/>
          </a:p>
        </p:txBody>
      </p:sp>
      <p:pic>
        <p:nvPicPr>
          <p:cNvPr id="31" name="Graphic 30">
            <a:extLst>
              <a:ext uri="{FF2B5EF4-FFF2-40B4-BE49-F238E27FC236}">
                <a16:creationId xmlns:a16="http://schemas.microsoft.com/office/drawing/2014/main" id="{63EF7D1F-8848-43CA-8C22-5DA91DC2ED22}"/>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53748" y="5941383"/>
            <a:ext cx="1555137" cy="492460"/>
          </a:xfrm>
          <a:prstGeom prst="rect">
            <a:avLst/>
          </a:prstGeom>
        </p:spPr>
      </p:pic>
      <p:pic>
        <p:nvPicPr>
          <p:cNvPr id="9" name="bg object 17">
            <a:extLst>
              <a:ext uri="{FF2B5EF4-FFF2-40B4-BE49-F238E27FC236}">
                <a16:creationId xmlns:a16="http://schemas.microsoft.com/office/drawing/2014/main" id="{DCDA3956-274B-4EAF-A531-227C6B50A6C3}"/>
              </a:ext>
            </a:extLst>
          </p:cNvPr>
          <p:cNvPicPr/>
          <p:nvPr userDrawn="1"/>
        </p:nvPicPr>
        <p:blipFill rotWithShape="1">
          <a:blip r:embed="rId5" cstate="email">
            <a:extLst>
              <a:ext uri="{28A0092B-C50C-407E-A947-70E740481C1C}">
                <a14:useLocalDpi xmlns:a14="http://schemas.microsoft.com/office/drawing/2010/main"/>
              </a:ext>
            </a:extLst>
          </a:blip>
          <a:srcRect r="-3049" b="-1687"/>
          <a:stretch/>
        </p:blipFill>
        <p:spPr>
          <a:xfrm rot="5400000">
            <a:off x="7364825" y="-194341"/>
            <a:ext cx="4632833" cy="5021516"/>
          </a:xfrm>
          <a:prstGeom prst="rect">
            <a:avLst/>
          </a:prstGeom>
        </p:spPr>
      </p:pic>
    </p:spTree>
    <p:extLst>
      <p:ext uri="{BB962C8B-B14F-4D97-AF65-F5344CB8AC3E}">
        <p14:creationId xmlns:p14="http://schemas.microsoft.com/office/powerpoint/2010/main" val="147688945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288" userDrawn="1">
          <p15:clr>
            <a:srgbClr val="FBAE40"/>
          </p15:clr>
        </p15:guide>
        <p15:guide id="4" orient="horz" pos="14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genda-White">
    <p:bg>
      <p:bgRef idx="1001">
        <a:schemeClr val="bg1"/>
      </p:bgRef>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23C30AA-EE47-DBA2-68FA-D1D46E237240}"/>
              </a:ext>
            </a:extLst>
          </p:cNvPr>
          <p:cNvSpPr>
            <a:spLocks noGrp="1"/>
          </p:cNvSpPr>
          <p:nvPr>
            <p:ph type="title" hasCustomPrompt="1"/>
          </p:nvPr>
        </p:nvSpPr>
        <p:spPr>
          <a:xfrm>
            <a:off x="433953" y="1434344"/>
            <a:ext cx="4214247" cy="1689855"/>
          </a:xfrm>
          <a:prstGeom prst="rect">
            <a:avLst/>
          </a:prstGeom>
        </p:spPr>
        <p:txBody>
          <a:bodyPr lIns="0" tIns="0" rIns="0" bIns="0"/>
          <a:lstStyle>
            <a:lvl1pPr>
              <a:lnSpc>
                <a:spcPct val="90000"/>
              </a:lnSpc>
              <a:defRPr sz="6300" baseline="0">
                <a:solidFill>
                  <a:schemeClr val="tx1"/>
                </a:solidFill>
                <a:latin typeface="+mj-lt"/>
              </a:defRPr>
            </a:lvl1pPr>
          </a:lstStyle>
          <a:p>
            <a:r>
              <a:rPr lang="en-US"/>
              <a:t>Agenda</a:t>
            </a:r>
          </a:p>
        </p:txBody>
      </p:sp>
      <p:sp>
        <p:nvSpPr>
          <p:cNvPr id="11" name="Text Placeholder 8">
            <a:extLst>
              <a:ext uri="{FF2B5EF4-FFF2-40B4-BE49-F238E27FC236}">
                <a16:creationId xmlns:a16="http://schemas.microsoft.com/office/drawing/2014/main" id="{35DEA2CC-E32F-49C4-A8B1-5F53CEFD0CAB}"/>
              </a:ext>
            </a:extLst>
          </p:cNvPr>
          <p:cNvSpPr>
            <a:spLocks noGrp="1"/>
          </p:cNvSpPr>
          <p:nvPr>
            <p:ph type="body" sz="quarter" idx="10" hasCustomPrompt="1"/>
          </p:nvPr>
        </p:nvSpPr>
        <p:spPr>
          <a:xfrm>
            <a:off x="5105400" y="1600201"/>
            <a:ext cx="6324600" cy="3200400"/>
          </a:xfrm>
          <a:prstGeom prst="rect">
            <a:avLst/>
          </a:prstGeom>
        </p:spPr>
        <p:txBody>
          <a:bodyPr lIns="0" tIns="0" rIns="0" bIns="0"/>
          <a:lstStyle>
            <a:lvl1pPr marL="274320" indent="-274320" algn="l">
              <a:lnSpc>
                <a:spcPct val="95000"/>
              </a:lnSpc>
              <a:spcAft>
                <a:spcPts val="1800"/>
              </a:spcAft>
              <a:buClr>
                <a:schemeClr val="accent1"/>
              </a:buClr>
              <a:buSzPct val="120000"/>
              <a:buFont typeface="Poppins" panose="00000500000000000000" pitchFamily="2" charset="0"/>
              <a:buChar char="⁄"/>
              <a:defRPr sz="2600">
                <a:solidFill>
                  <a:schemeClr val="tx1"/>
                </a:solidFill>
              </a:defRPr>
            </a:lvl1pPr>
            <a:lvl2pPr marL="228600" indent="-228600" algn="l">
              <a:spcAft>
                <a:spcPts val="1200"/>
              </a:spcAft>
              <a:buFontTx/>
              <a:buBlip>
                <a:blip r:embed="rId2"/>
              </a:buBlip>
              <a:defRPr sz="1500">
                <a:solidFill>
                  <a:schemeClr val="tx1"/>
                </a:solidFill>
              </a:defRPr>
            </a:lvl2pPr>
            <a:lvl3pPr marL="685800" indent="-228600" algn="l">
              <a:spcAft>
                <a:spcPts val="1200"/>
              </a:spcAft>
              <a:buFontTx/>
              <a:buBlip>
                <a:blip r:embed="rId2"/>
              </a:buBlip>
              <a:defRPr sz="1500">
                <a:solidFill>
                  <a:schemeClr val="tx1"/>
                </a:solidFill>
              </a:defRPr>
            </a:lvl3pPr>
            <a:lvl4pPr marL="1143000" indent="-228600" algn="l">
              <a:spcAft>
                <a:spcPts val="1200"/>
              </a:spcAft>
              <a:buFontTx/>
              <a:buBlip>
                <a:blip r:embed="rId2"/>
              </a:buBlip>
              <a:defRPr sz="1500">
                <a:solidFill>
                  <a:schemeClr val="tx1"/>
                </a:solidFill>
              </a:defRPr>
            </a:lvl4pPr>
            <a:lvl5pPr marL="1600200" indent="-228600" algn="l">
              <a:spcAft>
                <a:spcPts val="1200"/>
              </a:spcAft>
              <a:buFontTx/>
              <a:buBlip>
                <a:blip r:embed="rId2"/>
              </a:buBlip>
              <a:defRPr sz="1500">
                <a:solidFill>
                  <a:schemeClr val="tx1"/>
                </a:solidFill>
              </a:defRPr>
            </a:lvl5pPr>
          </a:lstStyle>
          <a:p>
            <a:pPr lvl="0"/>
            <a:r>
              <a:rPr lang="en-US"/>
              <a:t>Click to add text</a:t>
            </a:r>
          </a:p>
          <a:p>
            <a:pPr lvl="0"/>
            <a:endParaRPr lang="en-US"/>
          </a:p>
        </p:txBody>
      </p:sp>
      <p:pic>
        <p:nvPicPr>
          <p:cNvPr id="5" name="Graphic 4">
            <a:extLst>
              <a:ext uri="{FF2B5EF4-FFF2-40B4-BE49-F238E27FC236}">
                <a16:creationId xmlns:a16="http://schemas.microsoft.com/office/drawing/2014/main" id="{DC4DB72F-3E27-6B76-AA44-7E6E6E8DEDE4}"/>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9474" y="6455740"/>
            <a:ext cx="774583" cy="245285"/>
          </a:xfrm>
          <a:prstGeom prst="rect">
            <a:avLst/>
          </a:prstGeom>
        </p:spPr>
      </p:pic>
      <p:sp>
        <p:nvSpPr>
          <p:cNvPr id="8" name="TextBox 7">
            <a:extLst>
              <a:ext uri="{FF2B5EF4-FFF2-40B4-BE49-F238E27FC236}">
                <a16:creationId xmlns:a16="http://schemas.microsoft.com/office/drawing/2014/main" id="{CC7A10DC-87CC-BAAA-EBC9-B70D701AC04B}"/>
              </a:ext>
            </a:extLst>
          </p:cNvPr>
          <p:cNvSpPr txBox="1"/>
          <p:nvPr userDrawn="1"/>
        </p:nvSpPr>
        <p:spPr>
          <a:xfrm flipH="1">
            <a:off x="10794564" y="6349782"/>
            <a:ext cx="1177962" cy="457201"/>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solidFill>
                  <a:schemeClr val="accent3"/>
                </a:solidFill>
                <a:latin typeface="Poppins Medium" panose="00000600000000000000" pitchFamily="2" charset="0"/>
                <a:cs typeface="Poppins Medium" panose="00000600000000000000" pitchFamily="2" charset="0"/>
              </a:rPr>
              <a:t>Confidential	</a:t>
            </a:r>
            <a:r>
              <a:rPr lang="en-US" sz="900">
                <a:solidFill>
                  <a:schemeClr val="tx1"/>
                </a:solidFill>
                <a:latin typeface="Poppins Medium" panose="00000600000000000000" pitchFamily="2" charset="0"/>
                <a:cs typeface="Poppins Medium" panose="00000600000000000000" pitchFamily="2" charset="0"/>
              </a:rPr>
              <a:t>/ </a:t>
            </a:r>
            <a:fld id="{48F63A3B-78C7-47BE-AE5E-E10140E04643}" type="slidenum">
              <a:rPr lang="en-US" sz="900" smtClean="0">
                <a:solidFill>
                  <a:schemeClr val="tx1"/>
                </a:solidFill>
                <a:latin typeface="+mn-lt"/>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900">
                <a:solidFill>
                  <a:schemeClr val="tx1"/>
                </a:solidFill>
              </a:rPr>
              <a:t> </a:t>
            </a:r>
          </a:p>
        </p:txBody>
      </p:sp>
    </p:spTree>
    <p:extLst>
      <p:ext uri="{BB962C8B-B14F-4D97-AF65-F5344CB8AC3E}">
        <p14:creationId xmlns:p14="http://schemas.microsoft.com/office/powerpoint/2010/main" val="185035927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288" userDrawn="1">
          <p15:clr>
            <a:srgbClr val="FBAE40"/>
          </p15:clr>
        </p15:guide>
        <p15:guide id="4" orient="horz" pos="403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Agenda-White">
    <p:bg>
      <p:bgRef idx="1001">
        <a:schemeClr val="bg1"/>
      </p:bgRef>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23C30AA-EE47-DBA2-68FA-D1D46E237240}"/>
              </a:ext>
            </a:extLst>
          </p:cNvPr>
          <p:cNvSpPr>
            <a:spLocks noGrp="1"/>
          </p:cNvSpPr>
          <p:nvPr>
            <p:ph type="title" hasCustomPrompt="1"/>
          </p:nvPr>
        </p:nvSpPr>
        <p:spPr>
          <a:xfrm>
            <a:off x="433953" y="1434344"/>
            <a:ext cx="4096483" cy="934783"/>
          </a:xfrm>
          <a:prstGeom prst="rect">
            <a:avLst/>
          </a:prstGeom>
        </p:spPr>
        <p:txBody>
          <a:bodyPr lIns="0" tIns="0" rIns="0" bIns="0"/>
          <a:lstStyle>
            <a:lvl1pPr>
              <a:lnSpc>
                <a:spcPct val="90000"/>
              </a:lnSpc>
              <a:defRPr sz="6300" baseline="0">
                <a:solidFill>
                  <a:schemeClr val="tx1"/>
                </a:solidFill>
                <a:latin typeface="+mj-lt"/>
              </a:defRPr>
            </a:lvl1pPr>
          </a:lstStyle>
          <a:p>
            <a:r>
              <a:rPr lang="en-US"/>
              <a:t>Agenda</a:t>
            </a:r>
          </a:p>
        </p:txBody>
      </p:sp>
      <p:sp>
        <p:nvSpPr>
          <p:cNvPr id="11" name="Text Placeholder 8">
            <a:extLst>
              <a:ext uri="{FF2B5EF4-FFF2-40B4-BE49-F238E27FC236}">
                <a16:creationId xmlns:a16="http://schemas.microsoft.com/office/drawing/2014/main" id="{35DEA2CC-E32F-49C4-A8B1-5F53CEFD0CAB}"/>
              </a:ext>
            </a:extLst>
          </p:cNvPr>
          <p:cNvSpPr>
            <a:spLocks noGrp="1"/>
          </p:cNvSpPr>
          <p:nvPr>
            <p:ph type="body" sz="quarter" idx="10" hasCustomPrompt="1"/>
          </p:nvPr>
        </p:nvSpPr>
        <p:spPr>
          <a:xfrm>
            <a:off x="433953" y="2732810"/>
            <a:ext cx="2517065" cy="3200400"/>
          </a:xfrm>
          <a:prstGeom prst="rect">
            <a:avLst/>
          </a:prstGeom>
        </p:spPr>
        <p:txBody>
          <a:bodyPr lIns="0" tIns="0" rIns="0" bIns="0"/>
          <a:lstStyle>
            <a:lvl1pPr marL="274320" indent="-274320" algn="l">
              <a:lnSpc>
                <a:spcPct val="95000"/>
              </a:lnSpc>
              <a:spcAft>
                <a:spcPts val="1800"/>
              </a:spcAft>
              <a:buClr>
                <a:schemeClr val="accent1"/>
              </a:buClr>
              <a:buSzPct val="120000"/>
              <a:buFont typeface="Poppins" panose="00000500000000000000" pitchFamily="2" charset="0"/>
              <a:buChar char="⁄"/>
              <a:defRPr sz="2000">
                <a:solidFill>
                  <a:schemeClr val="tx1"/>
                </a:solidFill>
              </a:defRPr>
            </a:lvl1pPr>
            <a:lvl2pPr marL="228600" indent="-228600" algn="l">
              <a:spcAft>
                <a:spcPts val="1200"/>
              </a:spcAft>
              <a:buFontTx/>
              <a:buBlip>
                <a:blip r:embed="rId2"/>
              </a:buBlip>
              <a:defRPr sz="1500">
                <a:solidFill>
                  <a:schemeClr val="tx1"/>
                </a:solidFill>
              </a:defRPr>
            </a:lvl2pPr>
            <a:lvl3pPr marL="685800" indent="-228600" algn="l">
              <a:spcAft>
                <a:spcPts val="1200"/>
              </a:spcAft>
              <a:buFontTx/>
              <a:buBlip>
                <a:blip r:embed="rId2"/>
              </a:buBlip>
              <a:defRPr sz="1500">
                <a:solidFill>
                  <a:schemeClr val="tx1"/>
                </a:solidFill>
              </a:defRPr>
            </a:lvl3pPr>
            <a:lvl4pPr marL="1143000" indent="-228600" algn="l">
              <a:spcAft>
                <a:spcPts val="1200"/>
              </a:spcAft>
              <a:buFontTx/>
              <a:buBlip>
                <a:blip r:embed="rId2"/>
              </a:buBlip>
              <a:defRPr sz="1500">
                <a:solidFill>
                  <a:schemeClr val="tx1"/>
                </a:solidFill>
              </a:defRPr>
            </a:lvl4pPr>
            <a:lvl5pPr marL="1600200" indent="-228600" algn="l">
              <a:spcAft>
                <a:spcPts val="1200"/>
              </a:spcAft>
              <a:buFontTx/>
              <a:buBlip>
                <a:blip r:embed="rId2"/>
              </a:buBlip>
              <a:defRPr sz="1500">
                <a:solidFill>
                  <a:schemeClr val="tx1"/>
                </a:solidFill>
              </a:defRPr>
            </a:lvl5pPr>
          </a:lstStyle>
          <a:p>
            <a:pPr lvl="0"/>
            <a:r>
              <a:rPr lang="en-US"/>
              <a:t>Click to add text</a:t>
            </a:r>
          </a:p>
          <a:p>
            <a:pPr lvl="0"/>
            <a:endParaRPr lang="en-US"/>
          </a:p>
        </p:txBody>
      </p:sp>
      <p:pic>
        <p:nvPicPr>
          <p:cNvPr id="5" name="Graphic 4">
            <a:extLst>
              <a:ext uri="{FF2B5EF4-FFF2-40B4-BE49-F238E27FC236}">
                <a16:creationId xmlns:a16="http://schemas.microsoft.com/office/drawing/2014/main" id="{DC4DB72F-3E27-6B76-AA44-7E6E6E8DEDE4}"/>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9474" y="6455740"/>
            <a:ext cx="774583" cy="245285"/>
          </a:xfrm>
          <a:prstGeom prst="rect">
            <a:avLst/>
          </a:prstGeom>
        </p:spPr>
      </p:pic>
      <p:sp>
        <p:nvSpPr>
          <p:cNvPr id="8" name="TextBox 7">
            <a:extLst>
              <a:ext uri="{FF2B5EF4-FFF2-40B4-BE49-F238E27FC236}">
                <a16:creationId xmlns:a16="http://schemas.microsoft.com/office/drawing/2014/main" id="{CC7A10DC-87CC-BAAA-EBC9-B70D701AC04B}"/>
              </a:ext>
            </a:extLst>
          </p:cNvPr>
          <p:cNvSpPr txBox="1"/>
          <p:nvPr userDrawn="1"/>
        </p:nvSpPr>
        <p:spPr>
          <a:xfrm flipH="1">
            <a:off x="10794564" y="6349782"/>
            <a:ext cx="1177962" cy="457201"/>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solidFill>
                  <a:schemeClr val="accent3"/>
                </a:solidFill>
                <a:latin typeface="Poppins Medium" panose="00000600000000000000" pitchFamily="2" charset="0"/>
                <a:cs typeface="Poppins Medium" panose="00000600000000000000" pitchFamily="2" charset="0"/>
              </a:rPr>
              <a:t>Confidential	</a:t>
            </a:r>
            <a:r>
              <a:rPr lang="en-US" sz="900">
                <a:solidFill>
                  <a:schemeClr val="tx1"/>
                </a:solidFill>
                <a:latin typeface="Poppins Medium" panose="00000600000000000000" pitchFamily="2" charset="0"/>
                <a:cs typeface="Poppins Medium" panose="00000600000000000000" pitchFamily="2" charset="0"/>
              </a:rPr>
              <a:t>/ </a:t>
            </a:r>
            <a:fld id="{48F63A3B-78C7-47BE-AE5E-E10140E04643}" type="slidenum">
              <a:rPr lang="en-US" sz="900" smtClean="0">
                <a:solidFill>
                  <a:schemeClr val="tx1"/>
                </a:solidFill>
                <a:latin typeface="+mn-lt"/>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900">
                <a:solidFill>
                  <a:schemeClr val="tx1"/>
                </a:solidFill>
              </a:rPr>
              <a:t> </a:t>
            </a:r>
          </a:p>
        </p:txBody>
      </p:sp>
      <p:sp>
        <p:nvSpPr>
          <p:cNvPr id="2" name="Text Placeholder 8">
            <a:extLst>
              <a:ext uri="{FF2B5EF4-FFF2-40B4-BE49-F238E27FC236}">
                <a16:creationId xmlns:a16="http://schemas.microsoft.com/office/drawing/2014/main" id="{07773C6A-A7EF-8776-A9BA-C8E372DC0EEE}"/>
              </a:ext>
            </a:extLst>
          </p:cNvPr>
          <p:cNvSpPr>
            <a:spLocks noGrp="1"/>
          </p:cNvSpPr>
          <p:nvPr>
            <p:ph type="body" sz="quarter" idx="11" hasCustomPrompt="1"/>
          </p:nvPr>
        </p:nvSpPr>
        <p:spPr>
          <a:xfrm>
            <a:off x="3369629" y="2732810"/>
            <a:ext cx="2517065" cy="3200400"/>
          </a:xfrm>
          <a:prstGeom prst="rect">
            <a:avLst/>
          </a:prstGeom>
        </p:spPr>
        <p:txBody>
          <a:bodyPr lIns="0" tIns="0" rIns="0" bIns="0"/>
          <a:lstStyle>
            <a:lvl1pPr marL="274320" indent="-274320" algn="l">
              <a:lnSpc>
                <a:spcPct val="95000"/>
              </a:lnSpc>
              <a:spcAft>
                <a:spcPts val="1800"/>
              </a:spcAft>
              <a:buClr>
                <a:schemeClr val="accent1"/>
              </a:buClr>
              <a:buSzPct val="120000"/>
              <a:buFont typeface="Poppins" panose="00000500000000000000" pitchFamily="2" charset="0"/>
              <a:buChar char="⁄"/>
              <a:defRPr sz="2000">
                <a:solidFill>
                  <a:schemeClr val="tx1"/>
                </a:solidFill>
              </a:defRPr>
            </a:lvl1pPr>
            <a:lvl2pPr marL="228600" indent="-228600" algn="l">
              <a:spcAft>
                <a:spcPts val="1200"/>
              </a:spcAft>
              <a:buFontTx/>
              <a:buBlip>
                <a:blip r:embed="rId2"/>
              </a:buBlip>
              <a:defRPr sz="1500">
                <a:solidFill>
                  <a:schemeClr val="tx1"/>
                </a:solidFill>
              </a:defRPr>
            </a:lvl2pPr>
            <a:lvl3pPr marL="685800" indent="-228600" algn="l">
              <a:spcAft>
                <a:spcPts val="1200"/>
              </a:spcAft>
              <a:buFontTx/>
              <a:buBlip>
                <a:blip r:embed="rId2"/>
              </a:buBlip>
              <a:defRPr sz="1500">
                <a:solidFill>
                  <a:schemeClr val="tx1"/>
                </a:solidFill>
              </a:defRPr>
            </a:lvl3pPr>
            <a:lvl4pPr marL="1143000" indent="-228600" algn="l">
              <a:spcAft>
                <a:spcPts val="1200"/>
              </a:spcAft>
              <a:buFontTx/>
              <a:buBlip>
                <a:blip r:embed="rId2"/>
              </a:buBlip>
              <a:defRPr sz="1500">
                <a:solidFill>
                  <a:schemeClr val="tx1"/>
                </a:solidFill>
              </a:defRPr>
            </a:lvl4pPr>
            <a:lvl5pPr marL="1600200" indent="-228600" algn="l">
              <a:spcAft>
                <a:spcPts val="1200"/>
              </a:spcAft>
              <a:buFontTx/>
              <a:buBlip>
                <a:blip r:embed="rId2"/>
              </a:buBlip>
              <a:defRPr sz="1500">
                <a:solidFill>
                  <a:schemeClr val="tx1"/>
                </a:solidFill>
              </a:defRPr>
            </a:lvl5pPr>
          </a:lstStyle>
          <a:p>
            <a:pPr lvl="0"/>
            <a:r>
              <a:rPr lang="en-US"/>
              <a:t>Click to add text</a:t>
            </a:r>
          </a:p>
          <a:p>
            <a:pPr lvl="0"/>
            <a:endParaRPr lang="en-US"/>
          </a:p>
        </p:txBody>
      </p:sp>
      <p:sp>
        <p:nvSpPr>
          <p:cNvPr id="3" name="Text Placeholder 8">
            <a:extLst>
              <a:ext uri="{FF2B5EF4-FFF2-40B4-BE49-F238E27FC236}">
                <a16:creationId xmlns:a16="http://schemas.microsoft.com/office/drawing/2014/main" id="{6CE72203-3D8E-373C-3844-C4B3D4955C52}"/>
              </a:ext>
            </a:extLst>
          </p:cNvPr>
          <p:cNvSpPr>
            <a:spLocks noGrp="1"/>
          </p:cNvSpPr>
          <p:nvPr>
            <p:ph type="body" sz="quarter" idx="12" hasCustomPrompt="1"/>
          </p:nvPr>
        </p:nvSpPr>
        <p:spPr>
          <a:xfrm>
            <a:off x="6305305" y="2732810"/>
            <a:ext cx="2517065" cy="3200400"/>
          </a:xfrm>
          <a:prstGeom prst="rect">
            <a:avLst/>
          </a:prstGeom>
        </p:spPr>
        <p:txBody>
          <a:bodyPr lIns="0" tIns="0" rIns="0" bIns="0"/>
          <a:lstStyle>
            <a:lvl1pPr marL="274320" indent="-274320" algn="l">
              <a:lnSpc>
                <a:spcPct val="95000"/>
              </a:lnSpc>
              <a:spcAft>
                <a:spcPts val="1800"/>
              </a:spcAft>
              <a:buClr>
                <a:schemeClr val="accent1"/>
              </a:buClr>
              <a:buSzPct val="120000"/>
              <a:buFont typeface="Poppins" panose="00000500000000000000" pitchFamily="2" charset="0"/>
              <a:buChar char="⁄"/>
              <a:defRPr sz="2000">
                <a:solidFill>
                  <a:schemeClr val="tx1"/>
                </a:solidFill>
              </a:defRPr>
            </a:lvl1pPr>
            <a:lvl2pPr marL="228600" indent="-228600" algn="l">
              <a:spcAft>
                <a:spcPts val="1200"/>
              </a:spcAft>
              <a:buFontTx/>
              <a:buBlip>
                <a:blip r:embed="rId2"/>
              </a:buBlip>
              <a:defRPr sz="1500">
                <a:solidFill>
                  <a:schemeClr val="tx1"/>
                </a:solidFill>
              </a:defRPr>
            </a:lvl2pPr>
            <a:lvl3pPr marL="685800" indent="-228600" algn="l">
              <a:spcAft>
                <a:spcPts val="1200"/>
              </a:spcAft>
              <a:buFontTx/>
              <a:buBlip>
                <a:blip r:embed="rId2"/>
              </a:buBlip>
              <a:defRPr sz="1500">
                <a:solidFill>
                  <a:schemeClr val="tx1"/>
                </a:solidFill>
              </a:defRPr>
            </a:lvl3pPr>
            <a:lvl4pPr marL="1143000" indent="-228600" algn="l">
              <a:spcAft>
                <a:spcPts val="1200"/>
              </a:spcAft>
              <a:buFontTx/>
              <a:buBlip>
                <a:blip r:embed="rId2"/>
              </a:buBlip>
              <a:defRPr sz="1500">
                <a:solidFill>
                  <a:schemeClr val="tx1"/>
                </a:solidFill>
              </a:defRPr>
            </a:lvl4pPr>
            <a:lvl5pPr marL="1600200" indent="-228600" algn="l">
              <a:spcAft>
                <a:spcPts val="1200"/>
              </a:spcAft>
              <a:buFontTx/>
              <a:buBlip>
                <a:blip r:embed="rId2"/>
              </a:buBlip>
              <a:defRPr sz="1500">
                <a:solidFill>
                  <a:schemeClr val="tx1"/>
                </a:solidFill>
              </a:defRPr>
            </a:lvl5pPr>
          </a:lstStyle>
          <a:p>
            <a:pPr lvl="0"/>
            <a:r>
              <a:rPr lang="en-US"/>
              <a:t>Click to add text</a:t>
            </a:r>
          </a:p>
          <a:p>
            <a:pPr lvl="0"/>
            <a:endParaRPr lang="en-US"/>
          </a:p>
        </p:txBody>
      </p:sp>
      <p:sp>
        <p:nvSpPr>
          <p:cNvPr id="4" name="Text Placeholder 8">
            <a:extLst>
              <a:ext uri="{FF2B5EF4-FFF2-40B4-BE49-F238E27FC236}">
                <a16:creationId xmlns:a16="http://schemas.microsoft.com/office/drawing/2014/main" id="{D88428D7-91E4-0BCE-6370-18EB7233414D}"/>
              </a:ext>
            </a:extLst>
          </p:cNvPr>
          <p:cNvSpPr>
            <a:spLocks noGrp="1"/>
          </p:cNvSpPr>
          <p:nvPr>
            <p:ph type="body" sz="quarter" idx="13" hasCustomPrompt="1"/>
          </p:nvPr>
        </p:nvSpPr>
        <p:spPr>
          <a:xfrm>
            <a:off x="9240982" y="2732810"/>
            <a:ext cx="2517065" cy="3200400"/>
          </a:xfrm>
          <a:prstGeom prst="rect">
            <a:avLst/>
          </a:prstGeom>
        </p:spPr>
        <p:txBody>
          <a:bodyPr lIns="0" tIns="0" rIns="0" bIns="0"/>
          <a:lstStyle>
            <a:lvl1pPr marL="274320" indent="-274320" algn="l">
              <a:lnSpc>
                <a:spcPct val="95000"/>
              </a:lnSpc>
              <a:spcAft>
                <a:spcPts val="1800"/>
              </a:spcAft>
              <a:buClr>
                <a:schemeClr val="accent1"/>
              </a:buClr>
              <a:buSzPct val="120000"/>
              <a:buFont typeface="Poppins" panose="00000500000000000000" pitchFamily="2" charset="0"/>
              <a:buChar char="⁄"/>
              <a:defRPr sz="2000">
                <a:solidFill>
                  <a:schemeClr val="tx1"/>
                </a:solidFill>
              </a:defRPr>
            </a:lvl1pPr>
            <a:lvl2pPr marL="228600" indent="-228600" algn="l">
              <a:spcAft>
                <a:spcPts val="1200"/>
              </a:spcAft>
              <a:buFontTx/>
              <a:buBlip>
                <a:blip r:embed="rId2"/>
              </a:buBlip>
              <a:defRPr sz="1500">
                <a:solidFill>
                  <a:schemeClr val="tx1"/>
                </a:solidFill>
              </a:defRPr>
            </a:lvl2pPr>
            <a:lvl3pPr marL="685800" indent="-228600" algn="l">
              <a:spcAft>
                <a:spcPts val="1200"/>
              </a:spcAft>
              <a:buFontTx/>
              <a:buBlip>
                <a:blip r:embed="rId2"/>
              </a:buBlip>
              <a:defRPr sz="1500">
                <a:solidFill>
                  <a:schemeClr val="tx1"/>
                </a:solidFill>
              </a:defRPr>
            </a:lvl3pPr>
            <a:lvl4pPr marL="1143000" indent="-228600" algn="l">
              <a:spcAft>
                <a:spcPts val="1200"/>
              </a:spcAft>
              <a:buFontTx/>
              <a:buBlip>
                <a:blip r:embed="rId2"/>
              </a:buBlip>
              <a:defRPr sz="1500">
                <a:solidFill>
                  <a:schemeClr val="tx1"/>
                </a:solidFill>
              </a:defRPr>
            </a:lvl4pPr>
            <a:lvl5pPr marL="1600200" indent="-228600" algn="l">
              <a:spcAft>
                <a:spcPts val="1200"/>
              </a:spcAft>
              <a:buFontTx/>
              <a:buBlip>
                <a:blip r:embed="rId2"/>
              </a:buBlip>
              <a:defRPr sz="1500">
                <a:solidFill>
                  <a:schemeClr val="tx1"/>
                </a:solidFill>
              </a:defRPr>
            </a:lvl5pPr>
          </a:lstStyle>
          <a:p>
            <a:pPr lvl="0"/>
            <a:r>
              <a:rPr lang="en-US"/>
              <a:t>Click to add text</a:t>
            </a:r>
          </a:p>
          <a:p>
            <a:pPr lvl="0"/>
            <a:endParaRPr lang="en-US"/>
          </a:p>
        </p:txBody>
      </p:sp>
    </p:spTree>
    <p:extLst>
      <p:ext uri="{BB962C8B-B14F-4D97-AF65-F5344CB8AC3E}">
        <p14:creationId xmlns:p14="http://schemas.microsoft.com/office/powerpoint/2010/main" val="17966864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288" userDrawn="1">
          <p15:clr>
            <a:srgbClr val="FBAE40"/>
          </p15:clr>
        </p15:guide>
        <p15:guide id="4" orient="horz" pos="403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ext + Content">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6B3B97B-3E22-444A-83E4-FCE5C83E8BAE}"/>
              </a:ext>
            </a:extLst>
          </p:cNvPr>
          <p:cNvSpPr/>
          <p:nvPr userDrawn="1"/>
        </p:nvSpPr>
        <p:spPr>
          <a:xfrm>
            <a:off x="8068825" y="-1"/>
            <a:ext cx="4123175" cy="2530259"/>
          </a:xfrm>
          <a:prstGeom prst="rect">
            <a:avLst/>
          </a:prstGeom>
          <a:solidFill>
            <a:srgbClr val="FFFF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8">
            <a:extLst>
              <a:ext uri="{FF2B5EF4-FFF2-40B4-BE49-F238E27FC236}">
                <a16:creationId xmlns:a16="http://schemas.microsoft.com/office/drawing/2014/main" id="{1323A828-692A-45C6-A668-CE666EF2E343}"/>
              </a:ext>
            </a:extLst>
          </p:cNvPr>
          <p:cNvSpPr>
            <a:spLocks noGrp="1"/>
          </p:cNvSpPr>
          <p:nvPr>
            <p:ph type="body" sz="quarter" idx="11" hasCustomPrompt="1"/>
          </p:nvPr>
        </p:nvSpPr>
        <p:spPr>
          <a:xfrm>
            <a:off x="470115" y="1638300"/>
            <a:ext cx="8826286" cy="3581400"/>
          </a:xfrm>
          <a:prstGeom prst="rect">
            <a:avLst/>
          </a:prstGeom>
        </p:spPr>
        <p:txBody>
          <a:bodyPr lIns="0" tIns="0" rIns="0" bIns="0"/>
          <a:lstStyle>
            <a:lvl1pPr algn="l">
              <a:spcAft>
                <a:spcPts val="1200"/>
              </a:spcAft>
              <a:defRPr sz="1500">
                <a:solidFill>
                  <a:schemeClr val="tx1"/>
                </a:solidFill>
              </a:defRPr>
            </a:lvl1pPr>
            <a:lvl2pPr marL="228600" indent="-228600" algn="l">
              <a:spcAft>
                <a:spcPts val="1200"/>
              </a:spcAft>
              <a:buClr>
                <a:schemeClr val="accent1"/>
              </a:buClr>
              <a:buFont typeface="Poppins" panose="00000500000000000000" pitchFamily="2" charset="0"/>
              <a:buChar char="⁄"/>
              <a:defRPr lang="en-US" sz="1500" dirty="0">
                <a:solidFill>
                  <a:schemeClr val="tx1"/>
                </a:solidFill>
                <a:latin typeface="+mn-lt"/>
                <a:ea typeface="+mn-ea"/>
                <a:cs typeface="+mn-cs"/>
              </a:defRPr>
            </a:lvl2pPr>
            <a:lvl3pPr marL="685800" indent="-228600" algn="l">
              <a:spcAft>
                <a:spcPts val="1200"/>
              </a:spcAft>
              <a:buClr>
                <a:schemeClr val="accent1"/>
              </a:buClr>
              <a:buFont typeface="Poppins" panose="00000500000000000000" pitchFamily="2" charset="0"/>
              <a:buChar char="⁄"/>
              <a:defRPr lang="en-US" sz="1500" dirty="0">
                <a:solidFill>
                  <a:schemeClr val="tx1"/>
                </a:solidFill>
                <a:latin typeface="+mn-lt"/>
                <a:ea typeface="+mn-ea"/>
                <a:cs typeface="+mn-cs"/>
              </a:defRPr>
            </a:lvl3pPr>
            <a:lvl4pPr marL="1143000" indent="-228600" algn="l">
              <a:spcAft>
                <a:spcPts val="1200"/>
              </a:spcAft>
              <a:buClr>
                <a:schemeClr val="accent1"/>
              </a:buClr>
              <a:buFont typeface="Arial" panose="020B0604020202020204" pitchFamily="34" charset="0"/>
              <a:buChar char="•"/>
              <a:defRPr lang="en-US" sz="1500" dirty="0">
                <a:solidFill>
                  <a:schemeClr val="tx1"/>
                </a:solidFill>
                <a:latin typeface="+mn-lt"/>
                <a:ea typeface="+mn-ea"/>
                <a:cs typeface="+mn-cs"/>
              </a:defRPr>
            </a:lvl4pPr>
            <a:lvl5pPr marL="1600200" indent="-228600" algn="l">
              <a:spcAft>
                <a:spcPts val="1200"/>
              </a:spcAft>
              <a:buClr>
                <a:schemeClr val="accent1"/>
              </a:buClr>
              <a:buFont typeface="Arial" panose="020B0604020202020204" pitchFamily="34" charset="0"/>
              <a:buChar char="•"/>
              <a:defRPr lang="en-US" sz="1500" dirty="0">
                <a:solidFill>
                  <a:schemeClr val="tx1"/>
                </a:solidFill>
                <a:latin typeface="+mn-lt"/>
                <a:ea typeface="+mn-ea"/>
                <a:cs typeface="+mn-cs"/>
              </a:defRPr>
            </a:lvl5pPr>
          </a:lstStyle>
          <a:p>
            <a:pPr lvl="0"/>
            <a:r>
              <a:rPr lang="en-US"/>
              <a:t>Lorem ipsum </a:t>
            </a:r>
            <a:r>
              <a:rPr lang="en-US" err="1"/>
              <a:t>odlor</a:t>
            </a:r>
            <a:r>
              <a:rPr lang="en-US"/>
              <a:t> sit </a:t>
            </a:r>
            <a:r>
              <a:rPr lang="en-US" err="1"/>
              <a:t>amet</a:t>
            </a:r>
            <a:r>
              <a:rPr lang="en-US"/>
              <a:t>, </a:t>
            </a:r>
            <a:r>
              <a:rPr lang="en-US" err="1"/>
              <a:t>consec</a:t>
            </a:r>
            <a:r>
              <a:rPr lang="en-US"/>
              <a:t> </a:t>
            </a:r>
            <a:r>
              <a:rPr lang="en-US" err="1"/>
              <a:t>steitur</a:t>
            </a:r>
            <a:r>
              <a:rPr lang="en-US"/>
              <a:t> </a:t>
            </a:r>
            <a:r>
              <a:rPr lang="en-US" err="1"/>
              <a:t>adi</a:t>
            </a:r>
            <a:r>
              <a:rPr lang="en-US"/>
              <a:t> </a:t>
            </a:r>
            <a:r>
              <a:rPr lang="en-US" err="1"/>
              <a:t>piscing</a:t>
            </a:r>
            <a:r>
              <a:rPr lang="en-US"/>
              <a:t> </a:t>
            </a:r>
            <a:r>
              <a:rPr lang="en-US" err="1"/>
              <a:t>ejdit</a:t>
            </a:r>
            <a:r>
              <a:rPr lang="en-US"/>
              <a:t>. </a:t>
            </a:r>
            <a:r>
              <a:rPr lang="en-US" err="1"/>
              <a:t>Aliquam</a:t>
            </a:r>
            <a:r>
              <a:rPr lang="en-US"/>
              <a:t> </a:t>
            </a:r>
            <a:r>
              <a:rPr lang="en-US" err="1"/>
              <a:t>ut</a:t>
            </a:r>
            <a:r>
              <a:rPr lang="en-US"/>
              <a:t> </a:t>
            </a:r>
            <a:r>
              <a:rPr lang="en-US" err="1"/>
              <a:t>justo</a:t>
            </a:r>
            <a:r>
              <a:rPr lang="en-US"/>
              <a:t> non </a:t>
            </a:r>
            <a:r>
              <a:rPr lang="en-US" err="1"/>
              <a:t>justo</a:t>
            </a:r>
            <a:r>
              <a:rPr lang="en-US"/>
              <a:t> </a:t>
            </a:r>
            <a:r>
              <a:rPr lang="en-US" err="1"/>
              <a:t>pretium</a:t>
            </a:r>
            <a:r>
              <a:rPr lang="en-US"/>
              <a:t> </a:t>
            </a:r>
            <a:r>
              <a:rPr lang="en-US" err="1"/>
              <a:t>euismod</a:t>
            </a:r>
            <a:r>
              <a:rPr lang="en-US"/>
              <a:t> </a:t>
            </a:r>
            <a:r>
              <a:rPr lang="en-US" err="1"/>
              <a:t>sagittis</a:t>
            </a:r>
            <a:r>
              <a:rPr lang="en-US"/>
              <a:t> </a:t>
            </a:r>
            <a:r>
              <a:rPr lang="en-US" err="1"/>
              <a:t>ut</a:t>
            </a:r>
            <a:r>
              <a:rPr lang="en-US"/>
              <a:t> </a:t>
            </a:r>
            <a:r>
              <a:rPr lang="en-US" err="1"/>
              <a:t>mauris</a:t>
            </a:r>
            <a:r>
              <a:rPr lang="en-US"/>
              <a:t>. </a:t>
            </a:r>
          </a:p>
          <a:p>
            <a:pPr lvl="1"/>
            <a:r>
              <a:rPr lang="en-US" err="1"/>
              <a:t>Dras</a:t>
            </a:r>
            <a:r>
              <a:rPr lang="en-US"/>
              <a:t> at </a:t>
            </a:r>
            <a:r>
              <a:rPr lang="en-US" err="1"/>
              <a:t>sollicitudin</a:t>
            </a:r>
            <a:r>
              <a:rPr lang="en-US"/>
              <a:t> mi. Donec vestibulum </a:t>
            </a:r>
            <a:r>
              <a:rPr lang="en-US" err="1"/>
              <a:t>lobortis</a:t>
            </a:r>
            <a:r>
              <a:rPr lang="en-US"/>
              <a:t> </a:t>
            </a:r>
            <a:r>
              <a:rPr lang="en-US" err="1"/>
              <a:t>urna</a:t>
            </a:r>
            <a:r>
              <a:rPr lang="en-US"/>
              <a:t>, id </a:t>
            </a:r>
            <a:r>
              <a:rPr lang="en-US" err="1"/>
              <a:t>fringilla</a:t>
            </a:r>
            <a:r>
              <a:rPr lang="en-US"/>
              <a:t> </a:t>
            </a:r>
            <a:r>
              <a:rPr lang="en-US" err="1"/>
              <a:t>turpis</a:t>
            </a:r>
            <a:r>
              <a:rPr lang="en-US"/>
              <a:t> tempus </a:t>
            </a:r>
            <a:r>
              <a:rPr lang="en-US" err="1"/>
              <a:t>quis</a:t>
            </a:r>
            <a:r>
              <a:rPr lang="en-US"/>
              <a:t>. </a:t>
            </a:r>
          </a:p>
          <a:p>
            <a:pPr lvl="1"/>
            <a:r>
              <a:rPr lang="en-US"/>
              <a:t>In hac </a:t>
            </a:r>
            <a:r>
              <a:rPr lang="en-US" err="1"/>
              <a:t>habitasse</a:t>
            </a:r>
            <a:r>
              <a:rPr lang="en-US"/>
              <a:t> </a:t>
            </a:r>
            <a:r>
              <a:rPr lang="en-US" err="1"/>
              <a:t>platea</a:t>
            </a:r>
            <a:r>
              <a:rPr lang="en-US"/>
              <a:t> </a:t>
            </a:r>
            <a:r>
              <a:rPr lang="en-US" err="1"/>
              <a:t>dictumst</a:t>
            </a:r>
            <a:r>
              <a:rPr lang="en-US"/>
              <a:t>. In </a:t>
            </a:r>
            <a:r>
              <a:rPr lang="en-US" err="1"/>
              <a:t>malesu</a:t>
            </a:r>
            <a:r>
              <a:rPr lang="en-US"/>
              <a:t> </a:t>
            </a:r>
          </a:p>
          <a:p>
            <a:pPr marL="365760" marR="0" lvl="2" indent="-182880" algn="l" defTabSz="914400" rtl="0" eaLnBrk="1" fontAlgn="auto" latinLnBrk="0" hangingPunct="1">
              <a:lnSpc>
                <a:spcPct val="100000"/>
              </a:lnSpc>
              <a:spcBef>
                <a:spcPts val="600"/>
              </a:spcBef>
              <a:spcAft>
                <a:spcPts val="0"/>
              </a:spcAft>
              <a:buClr>
                <a:srgbClr val="1F96E3"/>
              </a:buClr>
              <a:buSzTx/>
              <a:buFont typeface="Poppins" panose="00000500000000000000" pitchFamily="2" charset="0"/>
              <a:buChar char="⁄"/>
              <a:tabLst/>
              <a:defRPr/>
            </a:pPr>
            <a:r>
              <a:rPr kumimoji="0" lang="en-US" sz="1600" b="0" i="0" u="none" strike="noStrike" kern="1200" cap="none" spc="0" normalizeH="0" baseline="0" noProof="0">
                <a:ln>
                  <a:noFill/>
                </a:ln>
                <a:solidFill>
                  <a:srgbClr val="002957"/>
                </a:solidFill>
                <a:effectLst/>
                <a:uLnTx/>
                <a:uFillTx/>
                <a:latin typeface="Poppins Light"/>
                <a:ea typeface="+mn-ea"/>
                <a:cs typeface="+mn-cs"/>
              </a:rPr>
              <a:t>Third level</a:t>
            </a:r>
          </a:p>
          <a:p>
            <a:pPr marL="548640" marR="0" lvl="3" indent="-182880" algn="l" defTabSz="914400" rtl="0" eaLnBrk="1" fontAlgn="auto" latinLnBrk="0" hangingPunct="1">
              <a:lnSpc>
                <a:spcPct val="100000"/>
              </a:lnSpc>
              <a:spcBef>
                <a:spcPts val="600"/>
              </a:spcBef>
              <a:spcAft>
                <a:spcPts val="0"/>
              </a:spcAft>
              <a:buClr>
                <a:srgbClr val="1F96E3"/>
              </a:buClr>
              <a:buSzTx/>
              <a:buFont typeface="Arial" panose="020B0604020202020204" pitchFamily="34" charset="0"/>
              <a:buChar char="•"/>
              <a:tabLst/>
              <a:defRPr/>
            </a:pPr>
            <a:r>
              <a:rPr kumimoji="0" lang="en-US" sz="1400" b="0" i="0" u="none" strike="noStrike" kern="1200" cap="none" spc="0" normalizeH="0" baseline="0" noProof="0">
                <a:ln>
                  <a:noFill/>
                </a:ln>
                <a:solidFill>
                  <a:srgbClr val="002957"/>
                </a:solidFill>
                <a:effectLst/>
                <a:uLnTx/>
                <a:uFillTx/>
                <a:latin typeface="Poppins Light"/>
                <a:ea typeface="+mn-ea"/>
                <a:cs typeface="+mn-cs"/>
              </a:rPr>
              <a:t>Fourth level</a:t>
            </a:r>
          </a:p>
          <a:p>
            <a:pPr marL="777240" marR="0" lvl="4" indent="-228600" algn="l" defTabSz="914400" rtl="0" eaLnBrk="1" fontAlgn="auto" latinLnBrk="0" hangingPunct="1">
              <a:lnSpc>
                <a:spcPct val="100000"/>
              </a:lnSpc>
              <a:spcBef>
                <a:spcPts val="600"/>
              </a:spcBef>
              <a:spcAft>
                <a:spcPts val="0"/>
              </a:spcAft>
              <a:buClr>
                <a:srgbClr val="1F96E3"/>
              </a:buClr>
              <a:buSzTx/>
              <a:buFont typeface="Arial" panose="020B0604020202020204" pitchFamily="34" charset="0"/>
              <a:buChar char="•"/>
              <a:tabLst/>
              <a:defRPr/>
            </a:pPr>
            <a:r>
              <a:rPr kumimoji="0" lang="en-US" sz="1200" b="0" i="0" u="none" strike="noStrike" kern="1200" cap="none" spc="0" normalizeH="0" baseline="0" noProof="0">
                <a:ln>
                  <a:noFill/>
                </a:ln>
                <a:solidFill>
                  <a:srgbClr val="002957"/>
                </a:solidFill>
                <a:effectLst/>
                <a:uLnTx/>
                <a:uFillTx/>
                <a:latin typeface="Poppins Light"/>
                <a:ea typeface="+mn-ea"/>
                <a:cs typeface="+mn-cs"/>
              </a:rPr>
              <a:t>Fifth level</a:t>
            </a:r>
          </a:p>
        </p:txBody>
      </p:sp>
      <p:pic>
        <p:nvPicPr>
          <p:cNvPr id="16" name="Graphic 15">
            <a:extLst>
              <a:ext uri="{FF2B5EF4-FFF2-40B4-BE49-F238E27FC236}">
                <a16:creationId xmlns:a16="http://schemas.microsoft.com/office/drawing/2014/main" id="{FEA43205-7F26-D84D-7BB0-7D1143CA2708}"/>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9474" y="6455740"/>
            <a:ext cx="774583" cy="245285"/>
          </a:xfrm>
          <a:prstGeom prst="rect">
            <a:avLst/>
          </a:prstGeom>
        </p:spPr>
      </p:pic>
      <p:sp>
        <p:nvSpPr>
          <p:cNvPr id="17" name="TextBox 16">
            <a:extLst>
              <a:ext uri="{FF2B5EF4-FFF2-40B4-BE49-F238E27FC236}">
                <a16:creationId xmlns:a16="http://schemas.microsoft.com/office/drawing/2014/main" id="{B057DF54-4E24-DEAC-94BC-4542C1776C64}"/>
              </a:ext>
            </a:extLst>
          </p:cNvPr>
          <p:cNvSpPr txBox="1"/>
          <p:nvPr userDrawn="1"/>
        </p:nvSpPr>
        <p:spPr>
          <a:xfrm flipH="1">
            <a:off x="10794564" y="6349782"/>
            <a:ext cx="1177962" cy="457201"/>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solidFill>
                  <a:schemeClr val="accent3"/>
                </a:solidFill>
                <a:latin typeface="Poppins Medium" panose="00000600000000000000" pitchFamily="2" charset="0"/>
                <a:cs typeface="Poppins Medium" panose="00000600000000000000" pitchFamily="2" charset="0"/>
              </a:rPr>
              <a:t>Confidential	</a:t>
            </a:r>
            <a:r>
              <a:rPr lang="en-US" sz="900">
                <a:solidFill>
                  <a:schemeClr val="tx1"/>
                </a:solidFill>
                <a:latin typeface="Poppins Medium" panose="00000600000000000000" pitchFamily="2" charset="0"/>
                <a:cs typeface="Poppins Medium" panose="00000600000000000000" pitchFamily="2" charset="0"/>
              </a:rPr>
              <a:t>/ </a:t>
            </a:r>
            <a:fld id="{48F63A3B-78C7-47BE-AE5E-E10140E04643}" type="slidenum">
              <a:rPr lang="en-US" sz="900" smtClean="0">
                <a:solidFill>
                  <a:schemeClr val="tx1"/>
                </a:solidFill>
                <a:latin typeface="+mn-lt"/>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900">
                <a:solidFill>
                  <a:schemeClr val="tx1"/>
                </a:solidFill>
              </a:rPr>
              <a:t> </a:t>
            </a:r>
          </a:p>
        </p:txBody>
      </p:sp>
      <p:sp>
        <p:nvSpPr>
          <p:cNvPr id="2" name="Title Placeholder 1">
            <a:extLst>
              <a:ext uri="{FF2B5EF4-FFF2-40B4-BE49-F238E27FC236}">
                <a16:creationId xmlns:a16="http://schemas.microsoft.com/office/drawing/2014/main" id="{886A8FC9-7828-7094-664C-6F7A57899E62}"/>
              </a:ext>
            </a:extLst>
          </p:cNvPr>
          <p:cNvSpPr>
            <a:spLocks noGrp="1"/>
          </p:cNvSpPr>
          <p:nvPr>
            <p:ph type="title"/>
          </p:nvPr>
        </p:nvSpPr>
        <p:spPr>
          <a:xfrm>
            <a:off x="438913" y="455885"/>
            <a:ext cx="7970610" cy="792843"/>
          </a:xfrm>
          <a:prstGeom prst="rect">
            <a:avLst/>
          </a:prstGeom>
        </p:spPr>
        <p:txBody>
          <a:bodyPr vert="horz" lIns="0" tIns="0" rIns="0" bIns="0" rtlCol="0" anchor="t" anchorCtr="0">
            <a:noAutofit/>
          </a:bodyPr>
          <a:lstStyle/>
          <a:p>
            <a:r>
              <a:rPr lang="en-US"/>
              <a:t>Click to edit Master title style</a:t>
            </a:r>
          </a:p>
        </p:txBody>
      </p:sp>
    </p:spTree>
    <p:extLst>
      <p:ext uri="{BB962C8B-B14F-4D97-AF65-F5344CB8AC3E}">
        <p14:creationId xmlns:p14="http://schemas.microsoft.com/office/powerpoint/2010/main" val="11348590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288" userDrawn="1">
          <p15:clr>
            <a:srgbClr val="FBAE40"/>
          </p15:clr>
        </p15:guide>
        <p15:guide id="4" orient="horz" pos="14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yout 1 column">
    <p:bg>
      <p:bgRef idx="1001">
        <a:schemeClr val="bg1"/>
      </p:bgRef>
    </p:bg>
    <p:spTree>
      <p:nvGrpSpPr>
        <p:cNvPr id="1" name=""/>
        <p:cNvGrpSpPr/>
        <p:nvPr/>
      </p:nvGrpSpPr>
      <p:grpSpPr>
        <a:xfrm>
          <a:off x="0" y="0"/>
          <a:ext cx="0" cy="0"/>
          <a:chOff x="0" y="0"/>
          <a:chExt cx="0" cy="0"/>
        </a:xfrm>
      </p:grpSpPr>
      <p:pic>
        <p:nvPicPr>
          <p:cNvPr id="2" name="Picture 1" descr="A black background with blue and green lines&#10;&#10;Description automatically generated">
            <a:extLst>
              <a:ext uri="{FF2B5EF4-FFF2-40B4-BE49-F238E27FC236}">
                <a16:creationId xmlns:a16="http://schemas.microsoft.com/office/drawing/2014/main" id="{3A274C8C-C1E2-95EB-8EFC-7B0B3355177D}"/>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8409523" y="0"/>
            <a:ext cx="3782477" cy="3056684"/>
          </a:xfrm>
          <a:prstGeom prst="rect">
            <a:avLst/>
          </a:prstGeom>
        </p:spPr>
      </p:pic>
      <p:sp>
        <p:nvSpPr>
          <p:cNvPr id="3" name="Rectangle 2">
            <a:extLst>
              <a:ext uri="{FF2B5EF4-FFF2-40B4-BE49-F238E27FC236}">
                <a16:creationId xmlns:a16="http://schemas.microsoft.com/office/drawing/2014/main" id="{3E2F5BEE-E88A-EB79-4D90-A2333F7F9648}"/>
              </a:ext>
            </a:extLst>
          </p:cNvPr>
          <p:cNvSpPr/>
          <p:nvPr userDrawn="1"/>
        </p:nvSpPr>
        <p:spPr>
          <a:xfrm>
            <a:off x="8100646" y="0"/>
            <a:ext cx="4091354" cy="2555631"/>
          </a:xfrm>
          <a:prstGeom prst="rect">
            <a:avLst/>
          </a:prstGeom>
          <a:solidFill>
            <a:srgbClr val="FFFFFF">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Graphic 17">
            <a:extLst>
              <a:ext uri="{FF2B5EF4-FFF2-40B4-BE49-F238E27FC236}">
                <a16:creationId xmlns:a16="http://schemas.microsoft.com/office/drawing/2014/main" id="{EA6B77CC-4BD1-8017-94A7-61432E94568A}"/>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9474" y="6455740"/>
            <a:ext cx="774583" cy="245285"/>
          </a:xfrm>
          <a:prstGeom prst="rect">
            <a:avLst/>
          </a:prstGeom>
        </p:spPr>
      </p:pic>
      <p:sp>
        <p:nvSpPr>
          <p:cNvPr id="19" name="TextBox 18">
            <a:extLst>
              <a:ext uri="{FF2B5EF4-FFF2-40B4-BE49-F238E27FC236}">
                <a16:creationId xmlns:a16="http://schemas.microsoft.com/office/drawing/2014/main" id="{711543E3-23FE-70A0-CD22-F7646F491B13}"/>
              </a:ext>
            </a:extLst>
          </p:cNvPr>
          <p:cNvSpPr txBox="1"/>
          <p:nvPr userDrawn="1"/>
        </p:nvSpPr>
        <p:spPr>
          <a:xfrm flipH="1">
            <a:off x="10794564" y="6349782"/>
            <a:ext cx="1177962" cy="457201"/>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solidFill>
                  <a:schemeClr val="accent3"/>
                </a:solidFill>
                <a:latin typeface="Poppins Medium" panose="00000600000000000000" pitchFamily="2" charset="0"/>
                <a:cs typeface="Poppins Medium" panose="00000600000000000000" pitchFamily="2" charset="0"/>
              </a:rPr>
              <a:t>Confidential	</a:t>
            </a:r>
            <a:r>
              <a:rPr lang="en-US" sz="900">
                <a:solidFill>
                  <a:schemeClr val="tx1"/>
                </a:solidFill>
                <a:latin typeface="Poppins Medium" panose="00000600000000000000" pitchFamily="2" charset="0"/>
                <a:cs typeface="Poppins Medium" panose="00000600000000000000" pitchFamily="2" charset="0"/>
              </a:rPr>
              <a:t>/ </a:t>
            </a:r>
            <a:fld id="{48F63A3B-78C7-47BE-AE5E-E10140E04643}" type="slidenum">
              <a:rPr lang="en-US" sz="900" smtClean="0">
                <a:solidFill>
                  <a:schemeClr val="tx1"/>
                </a:solidFill>
                <a:latin typeface="+mn-lt"/>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900">
                <a:solidFill>
                  <a:schemeClr val="tx1"/>
                </a:solidFill>
              </a:rPr>
              <a:t> </a:t>
            </a:r>
          </a:p>
        </p:txBody>
      </p:sp>
      <p:sp>
        <p:nvSpPr>
          <p:cNvPr id="6" name="Title Placeholder 1">
            <a:extLst>
              <a:ext uri="{FF2B5EF4-FFF2-40B4-BE49-F238E27FC236}">
                <a16:creationId xmlns:a16="http://schemas.microsoft.com/office/drawing/2014/main" id="{43A9898D-377B-E942-B7C5-6CE78B7A76A1}"/>
              </a:ext>
            </a:extLst>
          </p:cNvPr>
          <p:cNvSpPr>
            <a:spLocks noGrp="1"/>
          </p:cNvSpPr>
          <p:nvPr>
            <p:ph type="title"/>
          </p:nvPr>
        </p:nvSpPr>
        <p:spPr>
          <a:xfrm>
            <a:off x="438913" y="455885"/>
            <a:ext cx="7970610" cy="792843"/>
          </a:xfrm>
          <a:prstGeom prst="rect">
            <a:avLst/>
          </a:prstGeom>
        </p:spPr>
        <p:txBody>
          <a:bodyPr vert="horz" lIns="0" tIns="0" rIns="0" bIns="0" rtlCol="0" anchor="t" anchorCtr="0">
            <a:noAutofit/>
          </a:bodyPr>
          <a:lstStyle/>
          <a:p>
            <a:r>
              <a:rPr lang="en-US"/>
              <a:t>Click to edit Master title style</a:t>
            </a:r>
          </a:p>
        </p:txBody>
      </p:sp>
      <p:sp>
        <p:nvSpPr>
          <p:cNvPr id="7" name="Text Placeholder 8">
            <a:extLst>
              <a:ext uri="{FF2B5EF4-FFF2-40B4-BE49-F238E27FC236}">
                <a16:creationId xmlns:a16="http://schemas.microsoft.com/office/drawing/2014/main" id="{C9CADF67-3559-C575-2A9D-8A98A29FC985}"/>
              </a:ext>
            </a:extLst>
          </p:cNvPr>
          <p:cNvSpPr>
            <a:spLocks noGrp="1"/>
          </p:cNvSpPr>
          <p:nvPr>
            <p:ph type="body" sz="quarter" idx="11" hasCustomPrompt="1"/>
          </p:nvPr>
        </p:nvSpPr>
        <p:spPr>
          <a:xfrm>
            <a:off x="470115" y="1638300"/>
            <a:ext cx="8826286" cy="3581400"/>
          </a:xfrm>
          <a:prstGeom prst="rect">
            <a:avLst/>
          </a:prstGeom>
        </p:spPr>
        <p:txBody>
          <a:bodyPr lIns="0" tIns="0" rIns="0" bIns="0"/>
          <a:lstStyle>
            <a:lvl1pPr algn="l">
              <a:spcAft>
                <a:spcPts val="1200"/>
              </a:spcAft>
              <a:defRPr sz="1500">
                <a:solidFill>
                  <a:schemeClr val="tx1"/>
                </a:solidFill>
              </a:defRPr>
            </a:lvl1pPr>
            <a:lvl2pPr marL="228600" indent="-228600" algn="l">
              <a:spcAft>
                <a:spcPts val="1200"/>
              </a:spcAft>
              <a:buClr>
                <a:schemeClr val="accent1"/>
              </a:buClr>
              <a:buFont typeface="Poppins" panose="00000500000000000000" pitchFamily="2" charset="0"/>
              <a:buChar char="⁄"/>
              <a:defRPr lang="en-US" sz="1500" dirty="0">
                <a:solidFill>
                  <a:schemeClr val="tx1"/>
                </a:solidFill>
                <a:latin typeface="+mn-lt"/>
                <a:ea typeface="+mn-ea"/>
                <a:cs typeface="+mn-cs"/>
              </a:defRPr>
            </a:lvl2pPr>
            <a:lvl3pPr marL="685800" indent="-228600" algn="l">
              <a:spcAft>
                <a:spcPts val="1200"/>
              </a:spcAft>
              <a:buClr>
                <a:schemeClr val="accent1"/>
              </a:buClr>
              <a:buFont typeface="Poppins" panose="00000500000000000000" pitchFamily="2" charset="0"/>
              <a:buChar char="⁄"/>
              <a:defRPr lang="en-US" sz="1500" dirty="0">
                <a:solidFill>
                  <a:schemeClr val="tx1"/>
                </a:solidFill>
                <a:latin typeface="+mn-lt"/>
                <a:ea typeface="+mn-ea"/>
                <a:cs typeface="+mn-cs"/>
              </a:defRPr>
            </a:lvl3pPr>
            <a:lvl4pPr marL="1143000" indent="-228600" algn="l">
              <a:spcAft>
                <a:spcPts val="1200"/>
              </a:spcAft>
              <a:buClr>
                <a:schemeClr val="accent1"/>
              </a:buClr>
              <a:buFont typeface="Arial" panose="020B0604020202020204" pitchFamily="34" charset="0"/>
              <a:buChar char="•"/>
              <a:defRPr lang="en-US" sz="1500" dirty="0">
                <a:solidFill>
                  <a:schemeClr val="tx1"/>
                </a:solidFill>
                <a:latin typeface="+mn-lt"/>
                <a:ea typeface="+mn-ea"/>
                <a:cs typeface="+mn-cs"/>
              </a:defRPr>
            </a:lvl4pPr>
            <a:lvl5pPr marL="1600200" indent="-228600" algn="l">
              <a:spcAft>
                <a:spcPts val="1200"/>
              </a:spcAft>
              <a:buClr>
                <a:schemeClr val="accent1"/>
              </a:buClr>
              <a:buFont typeface="Arial" panose="020B0604020202020204" pitchFamily="34" charset="0"/>
              <a:buChar char="•"/>
              <a:defRPr lang="en-US" sz="1500" dirty="0">
                <a:solidFill>
                  <a:schemeClr val="tx1"/>
                </a:solidFill>
                <a:latin typeface="+mn-lt"/>
                <a:ea typeface="+mn-ea"/>
                <a:cs typeface="+mn-cs"/>
              </a:defRPr>
            </a:lvl5pPr>
          </a:lstStyle>
          <a:p>
            <a:pPr lvl="0"/>
            <a:r>
              <a:rPr lang="en-US"/>
              <a:t>Lorem ipsum </a:t>
            </a:r>
            <a:r>
              <a:rPr lang="en-US" err="1"/>
              <a:t>odlor</a:t>
            </a:r>
            <a:r>
              <a:rPr lang="en-US"/>
              <a:t> sit </a:t>
            </a:r>
            <a:r>
              <a:rPr lang="en-US" err="1"/>
              <a:t>amet</a:t>
            </a:r>
            <a:r>
              <a:rPr lang="en-US"/>
              <a:t>, </a:t>
            </a:r>
            <a:r>
              <a:rPr lang="en-US" err="1"/>
              <a:t>consec</a:t>
            </a:r>
            <a:r>
              <a:rPr lang="en-US"/>
              <a:t> </a:t>
            </a:r>
            <a:r>
              <a:rPr lang="en-US" err="1"/>
              <a:t>steitur</a:t>
            </a:r>
            <a:r>
              <a:rPr lang="en-US"/>
              <a:t> </a:t>
            </a:r>
            <a:r>
              <a:rPr lang="en-US" err="1"/>
              <a:t>adi</a:t>
            </a:r>
            <a:r>
              <a:rPr lang="en-US"/>
              <a:t> </a:t>
            </a:r>
            <a:r>
              <a:rPr lang="en-US" err="1"/>
              <a:t>piscing</a:t>
            </a:r>
            <a:r>
              <a:rPr lang="en-US"/>
              <a:t> </a:t>
            </a:r>
            <a:r>
              <a:rPr lang="en-US" err="1"/>
              <a:t>ejdit</a:t>
            </a:r>
            <a:r>
              <a:rPr lang="en-US"/>
              <a:t>. </a:t>
            </a:r>
            <a:r>
              <a:rPr lang="en-US" err="1"/>
              <a:t>Aliquam</a:t>
            </a:r>
            <a:r>
              <a:rPr lang="en-US"/>
              <a:t> </a:t>
            </a:r>
            <a:r>
              <a:rPr lang="en-US" err="1"/>
              <a:t>ut</a:t>
            </a:r>
            <a:r>
              <a:rPr lang="en-US"/>
              <a:t> </a:t>
            </a:r>
            <a:r>
              <a:rPr lang="en-US" err="1"/>
              <a:t>justo</a:t>
            </a:r>
            <a:r>
              <a:rPr lang="en-US"/>
              <a:t> non </a:t>
            </a:r>
            <a:r>
              <a:rPr lang="en-US" err="1"/>
              <a:t>justo</a:t>
            </a:r>
            <a:r>
              <a:rPr lang="en-US"/>
              <a:t> </a:t>
            </a:r>
            <a:r>
              <a:rPr lang="en-US" err="1"/>
              <a:t>pretium</a:t>
            </a:r>
            <a:r>
              <a:rPr lang="en-US"/>
              <a:t> </a:t>
            </a:r>
            <a:r>
              <a:rPr lang="en-US" err="1"/>
              <a:t>euismod</a:t>
            </a:r>
            <a:r>
              <a:rPr lang="en-US"/>
              <a:t> </a:t>
            </a:r>
            <a:r>
              <a:rPr lang="en-US" err="1"/>
              <a:t>sagittis</a:t>
            </a:r>
            <a:r>
              <a:rPr lang="en-US"/>
              <a:t> </a:t>
            </a:r>
            <a:r>
              <a:rPr lang="en-US" err="1"/>
              <a:t>ut</a:t>
            </a:r>
            <a:r>
              <a:rPr lang="en-US"/>
              <a:t> </a:t>
            </a:r>
            <a:r>
              <a:rPr lang="en-US" err="1"/>
              <a:t>mauris</a:t>
            </a:r>
            <a:r>
              <a:rPr lang="en-US"/>
              <a:t>. </a:t>
            </a:r>
          </a:p>
          <a:p>
            <a:pPr lvl="1"/>
            <a:r>
              <a:rPr lang="en-US" err="1"/>
              <a:t>Dras</a:t>
            </a:r>
            <a:r>
              <a:rPr lang="en-US"/>
              <a:t> at </a:t>
            </a:r>
            <a:r>
              <a:rPr lang="en-US" err="1"/>
              <a:t>sollicitudin</a:t>
            </a:r>
            <a:r>
              <a:rPr lang="en-US"/>
              <a:t> mi. Donec vestibulum </a:t>
            </a:r>
            <a:r>
              <a:rPr lang="en-US" err="1"/>
              <a:t>lobortis</a:t>
            </a:r>
            <a:r>
              <a:rPr lang="en-US"/>
              <a:t> </a:t>
            </a:r>
            <a:r>
              <a:rPr lang="en-US" err="1"/>
              <a:t>urna</a:t>
            </a:r>
            <a:r>
              <a:rPr lang="en-US"/>
              <a:t>, id </a:t>
            </a:r>
            <a:r>
              <a:rPr lang="en-US" err="1"/>
              <a:t>fringilla</a:t>
            </a:r>
            <a:r>
              <a:rPr lang="en-US"/>
              <a:t> </a:t>
            </a:r>
            <a:r>
              <a:rPr lang="en-US" err="1"/>
              <a:t>turpis</a:t>
            </a:r>
            <a:r>
              <a:rPr lang="en-US"/>
              <a:t> tempus </a:t>
            </a:r>
            <a:r>
              <a:rPr lang="en-US" err="1"/>
              <a:t>quis</a:t>
            </a:r>
            <a:r>
              <a:rPr lang="en-US"/>
              <a:t>. </a:t>
            </a:r>
          </a:p>
          <a:p>
            <a:pPr lvl="1"/>
            <a:r>
              <a:rPr lang="en-US"/>
              <a:t>In hac </a:t>
            </a:r>
            <a:r>
              <a:rPr lang="en-US" err="1"/>
              <a:t>habitasse</a:t>
            </a:r>
            <a:r>
              <a:rPr lang="en-US"/>
              <a:t> </a:t>
            </a:r>
            <a:r>
              <a:rPr lang="en-US" err="1"/>
              <a:t>platea</a:t>
            </a:r>
            <a:r>
              <a:rPr lang="en-US"/>
              <a:t> </a:t>
            </a:r>
            <a:r>
              <a:rPr lang="en-US" err="1"/>
              <a:t>dictumst</a:t>
            </a:r>
            <a:r>
              <a:rPr lang="en-US"/>
              <a:t>. In </a:t>
            </a:r>
            <a:r>
              <a:rPr lang="en-US" err="1"/>
              <a:t>malesu</a:t>
            </a:r>
            <a:r>
              <a:rPr lang="en-US"/>
              <a:t> </a:t>
            </a:r>
          </a:p>
          <a:p>
            <a:pPr marL="365760" marR="0" lvl="2" indent="-182880" algn="l" defTabSz="914400" rtl="0" eaLnBrk="1" fontAlgn="auto" latinLnBrk="0" hangingPunct="1">
              <a:lnSpc>
                <a:spcPct val="100000"/>
              </a:lnSpc>
              <a:spcBef>
                <a:spcPts val="600"/>
              </a:spcBef>
              <a:spcAft>
                <a:spcPts val="0"/>
              </a:spcAft>
              <a:buClr>
                <a:srgbClr val="1F96E3"/>
              </a:buClr>
              <a:buSzTx/>
              <a:buFont typeface="Poppins" panose="00000500000000000000" pitchFamily="2" charset="0"/>
              <a:buChar char="⁄"/>
              <a:tabLst/>
              <a:defRPr/>
            </a:pPr>
            <a:r>
              <a:rPr kumimoji="0" lang="en-US" sz="1600" b="0" i="0" u="none" strike="noStrike" kern="1200" cap="none" spc="0" normalizeH="0" baseline="0" noProof="0">
                <a:ln>
                  <a:noFill/>
                </a:ln>
                <a:solidFill>
                  <a:srgbClr val="002957"/>
                </a:solidFill>
                <a:effectLst/>
                <a:uLnTx/>
                <a:uFillTx/>
                <a:latin typeface="Poppins Light"/>
                <a:ea typeface="+mn-ea"/>
                <a:cs typeface="+mn-cs"/>
              </a:rPr>
              <a:t>Third level</a:t>
            </a:r>
          </a:p>
          <a:p>
            <a:pPr marL="548640" marR="0" lvl="3" indent="-182880" algn="l" defTabSz="914400" rtl="0" eaLnBrk="1" fontAlgn="auto" latinLnBrk="0" hangingPunct="1">
              <a:lnSpc>
                <a:spcPct val="100000"/>
              </a:lnSpc>
              <a:spcBef>
                <a:spcPts val="600"/>
              </a:spcBef>
              <a:spcAft>
                <a:spcPts val="0"/>
              </a:spcAft>
              <a:buClr>
                <a:srgbClr val="1F96E3"/>
              </a:buClr>
              <a:buSzTx/>
              <a:buFont typeface="Arial" panose="020B0604020202020204" pitchFamily="34" charset="0"/>
              <a:buChar char="•"/>
              <a:tabLst/>
              <a:defRPr/>
            </a:pPr>
            <a:r>
              <a:rPr kumimoji="0" lang="en-US" sz="1400" b="0" i="0" u="none" strike="noStrike" kern="1200" cap="none" spc="0" normalizeH="0" baseline="0" noProof="0">
                <a:ln>
                  <a:noFill/>
                </a:ln>
                <a:solidFill>
                  <a:srgbClr val="002957"/>
                </a:solidFill>
                <a:effectLst/>
                <a:uLnTx/>
                <a:uFillTx/>
                <a:latin typeface="Poppins Light"/>
                <a:ea typeface="+mn-ea"/>
                <a:cs typeface="+mn-cs"/>
              </a:rPr>
              <a:t>Fourth level</a:t>
            </a:r>
          </a:p>
          <a:p>
            <a:pPr marL="777240" marR="0" lvl="4" indent="-228600" algn="l" defTabSz="914400" rtl="0" eaLnBrk="1" fontAlgn="auto" latinLnBrk="0" hangingPunct="1">
              <a:lnSpc>
                <a:spcPct val="100000"/>
              </a:lnSpc>
              <a:spcBef>
                <a:spcPts val="600"/>
              </a:spcBef>
              <a:spcAft>
                <a:spcPts val="0"/>
              </a:spcAft>
              <a:buClr>
                <a:srgbClr val="1F96E3"/>
              </a:buClr>
              <a:buSzTx/>
              <a:buFont typeface="Arial" panose="020B0604020202020204" pitchFamily="34" charset="0"/>
              <a:buChar char="•"/>
              <a:tabLst/>
              <a:defRPr/>
            </a:pPr>
            <a:r>
              <a:rPr kumimoji="0" lang="en-US" sz="1200" b="0" i="0" u="none" strike="noStrike" kern="1200" cap="none" spc="0" normalizeH="0" baseline="0" noProof="0">
                <a:ln>
                  <a:noFill/>
                </a:ln>
                <a:solidFill>
                  <a:srgbClr val="002957"/>
                </a:solidFill>
                <a:effectLst/>
                <a:uLnTx/>
                <a:uFillTx/>
                <a:latin typeface="Poppins Light"/>
                <a:ea typeface="+mn-ea"/>
                <a:cs typeface="+mn-cs"/>
              </a:rPr>
              <a:t>Fifth level</a:t>
            </a:r>
          </a:p>
        </p:txBody>
      </p:sp>
    </p:spTree>
    <p:extLst>
      <p:ext uri="{BB962C8B-B14F-4D97-AF65-F5344CB8AC3E}">
        <p14:creationId xmlns:p14="http://schemas.microsoft.com/office/powerpoint/2010/main" val="271349243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288" userDrawn="1">
          <p15:clr>
            <a:srgbClr val="FBAE40"/>
          </p15:clr>
        </p15:guide>
        <p15:guide id="4" orient="horz" pos="14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Mise en page avec sous-titre">
    <p:spTree>
      <p:nvGrpSpPr>
        <p:cNvPr id="1" name=""/>
        <p:cNvGrpSpPr/>
        <p:nvPr/>
      </p:nvGrpSpPr>
      <p:grpSpPr>
        <a:xfrm>
          <a:off x="0" y="0"/>
          <a:ext cx="0" cy="0"/>
          <a:chOff x="0" y="0"/>
          <a:chExt cx="0" cy="0"/>
        </a:xfrm>
      </p:grpSpPr>
      <p:sp>
        <p:nvSpPr>
          <p:cNvPr id="18" name="Footer Placeholder 3">
            <a:extLst>
              <a:ext uri="{FF2B5EF4-FFF2-40B4-BE49-F238E27FC236}">
                <a16:creationId xmlns:a16="http://schemas.microsoft.com/office/drawing/2014/main" id="{73CE9E92-2333-44F4-AA12-44FF0199E79A}"/>
              </a:ext>
            </a:extLst>
          </p:cNvPr>
          <p:cNvSpPr>
            <a:spLocks noGrp="1"/>
          </p:cNvSpPr>
          <p:nvPr>
            <p:ph type="ftr" sz="quarter" idx="3"/>
          </p:nvPr>
        </p:nvSpPr>
        <p:spPr>
          <a:xfrm>
            <a:off x="430923" y="5864444"/>
            <a:ext cx="11322165" cy="230246"/>
          </a:xfrm>
          <a:prstGeom prst="rect">
            <a:avLst/>
          </a:prstGeom>
        </p:spPr>
        <p:txBody>
          <a:bodyPr lIns="0" tIns="0" rIns="0" bIns="0" anchor="b"/>
          <a:lstStyle>
            <a:lvl1pPr>
              <a:defRPr sz="1000">
                <a:solidFill>
                  <a:schemeClr val="tx1"/>
                </a:solidFill>
                <a:latin typeface="+mn-lt"/>
                <a:cs typeface="Poppins Medium" pitchFamily="2" charset="77"/>
              </a:defRPr>
            </a:lvl1pPr>
          </a:lstStyle>
          <a:p>
            <a:endParaRPr lang="en-US"/>
          </a:p>
        </p:txBody>
      </p:sp>
      <p:sp>
        <p:nvSpPr>
          <p:cNvPr id="23" name="Title Placeholder 1">
            <a:extLst>
              <a:ext uri="{FF2B5EF4-FFF2-40B4-BE49-F238E27FC236}">
                <a16:creationId xmlns:a16="http://schemas.microsoft.com/office/drawing/2014/main" id="{00A70454-7D28-4964-A63D-B09FBF7D813D}"/>
              </a:ext>
            </a:extLst>
          </p:cNvPr>
          <p:cNvSpPr>
            <a:spLocks noGrp="1"/>
          </p:cNvSpPr>
          <p:nvPr>
            <p:ph type="title"/>
          </p:nvPr>
        </p:nvSpPr>
        <p:spPr>
          <a:xfrm>
            <a:off x="438913" y="455885"/>
            <a:ext cx="11322164" cy="792843"/>
          </a:xfrm>
          <a:prstGeom prst="rect">
            <a:avLst/>
          </a:prstGeom>
        </p:spPr>
        <p:txBody>
          <a:bodyPr vert="horz" lIns="0" tIns="0" rIns="0" bIns="0" rtlCol="0" anchor="t" anchorCtr="0">
            <a:noAutofit/>
          </a:bodyPr>
          <a:lstStyle/>
          <a:p>
            <a:r>
              <a:rPr lang="en-US"/>
              <a:t>Click to edit Master title style</a:t>
            </a:r>
          </a:p>
        </p:txBody>
      </p:sp>
      <p:sp>
        <p:nvSpPr>
          <p:cNvPr id="12" name="Text Placeholder 8">
            <a:extLst>
              <a:ext uri="{FF2B5EF4-FFF2-40B4-BE49-F238E27FC236}">
                <a16:creationId xmlns:a16="http://schemas.microsoft.com/office/drawing/2014/main" id="{19B06477-C557-4B9F-AEF0-ED895EF5FDA4}"/>
              </a:ext>
            </a:extLst>
          </p:cNvPr>
          <p:cNvSpPr>
            <a:spLocks noGrp="1"/>
          </p:cNvSpPr>
          <p:nvPr>
            <p:ph type="body" sz="quarter" idx="12" hasCustomPrompt="1"/>
          </p:nvPr>
        </p:nvSpPr>
        <p:spPr>
          <a:xfrm>
            <a:off x="470114" y="1803788"/>
            <a:ext cx="10033559" cy="3707238"/>
          </a:xfrm>
          <a:prstGeom prst="rect">
            <a:avLst/>
          </a:prstGeom>
        </p:spPr>
        <p:txBody>
          <a:bodyPr lIns="0" tIns="0" rIns="0" bIns="0"/>
          <a:lstStyle>
            <a:lvl1pPr algn="l">
              <a:spcAft>
                <a:spcPts val="1200"/>
              </a:spcAft>
              <a:defRPr sz="1500">
                <a:solidFill>
                  <a:schemeClr val="tx1"/>
                </a:solidFill>
              </a:defRPr>
            </a:lvl1pPr>
            <a:lvl2pPr marL="228600" indent="-228600" algn="l">
              <a:spcAft>
                <a:spcPts val="1200"/>
              </a:spcAft>
              <a:buClr>
                <a:schemeClr val="accent1"/>
              </a:buClr>
              <a:buSzPct val="120000"/>
              <a:buFont typeface="Poppins" panose="00000500000000000000" pitchFamily="2" charset="0"/>
              <a:buChar char="⁄"/>
              <a:defRPr sz="1500">
                <a:solidFill>
                  <a:schemeClr val="tx1"/>
                </a:solidFill>
              </a:defRPr>
            </a:lvl2pPr>
            <a:lvl3pPr marL="685800" indent="-228600" algn="l">
              <a:spcAft>
                <a:spcPts val="1200"/>
              </a:spcAft>
              <a:buClr>
                <a:schemeClr val="accent1"/>
              </a:buClr>
              <a:buSzPct val="120000"/>
              <a:buFont typeface="Poppins" panose="00000500000000000000" pitchFamily="2" charset="0"/>
              <a:buChar char="⁄"/>
              <a:defRPr sz="1500">
                <a:solidFill>
                  <a:schemeClr val="tx1"/>
                </a:solidFill>
              </a:defRPr>
            </a:lvl3pPr>
            <a:lvl4pPr marL="1200150" indent="-285750" algn="l">
              <a:spcAft>
                <a:spcPts val="1200"/>
              </a:spcAft>
              <a:buClr>
                <a:schemeClr val="accent1"/>
              </a:buClr>
              <a:buSzPct val="120000"/>
              <a:buFont typeface="Arial" panose="020B0604020202020204" pitchFamily="34" charset="0"/>
              <a:buChar char="•"/>
              <a:defRPr sz="1500">
                <a:solidFill>
                  <a:schemeClr val="tx1"/>
                </a:solidFill>
              </a:defRPr>
            </a:lvl4pPr>
            <a:lvl5pPr marL="1657350" indent="-285750" algn="l">
              <a:spcAft>
                <a:spcPts val="1200"/>
              </a:spcAft>
              <a:buClr>
                <a:schemeClr val="accent1"/>
              </a:buClr>
              <a:buSzPct val="120000"/>
              <a:buFont typeface="Arial" panose="020B0604020202020204" pitchFamily="34" charset="0"/>
              <a:buChar char="•"/>
              <a:defRPr sz="1500">
                <a:solidFill>
                  <a:schemeClr val="tx1"/>
                </a:solidFill>
              </a:defRPr>
            </a:lvl5pPr>
          </a:lstStyle>
          <a:p>
            <a:pPr lvl="0"/>
            <a:r>
              <a:rPr lang="en-US"/>
              <a:t>Lorem ipsum </a:t>
            </a:r>
            <a:r>
              <a:rPr lang="en-US" err="1"/>
              <a:t>odlor</a:t>
            </a:r>
            <a:r>
              <a:rPr lang="en-US"/>
              <a:t> sit </a:t>
            </a:r>
            <a:r>
              <a:rPr lang="en-US" err="1"/>
              <a:t>amet</a:t>
            </a:r>
            <a:r>
              <a:rPr lang="en-US"/>
              <a:t>, </a:t>
            </a:r>
            <a:r>
              <a:rPr lang="en-US" err="1"/>
              <a:t>consec</a:t>
            </a:r>
            <a:r>
              <a:rPr lang="en-US"/>
              <a:t> </a:t>
            </a:r>
            <a:r>
              <a:rPr lang="en-US" err="1"/>
              <a:t>steitur</a:t>
            </a:r>
            <a:r>
              <a:rPr lang="en-US"/>
              <a:t> </a:t>
            </a:r>
            <a:r>
              <a:rPr lang="en-US" err="1"/>
              <a:t>adi</a:t>
            </a:r>
            <a:r>
              <a:rPr lang="en-US"/>
              <a:t> </a:t>
            </a:r>
            <a:r>
              <a:rPr lang="en-US" err="1"/>
              <a:t>piscing</a:t>
            </a:r>
            <a:r>
              <a:rPr lang="en-US"/>
              <a:t> </a:t>
            </a:r>
            <a:r>
              <a:rPr lang="en-US" err="1"/>
              <a:t>ejdit</a:t>
            </a:r>
            <a:r>
              <a:rPr lang="en-US"/>
              <a:t>. </a:t>
            </a:r>
            <a:r>
              <a:rPr lang="en-US" err="1"/>
              <a:t>Aliquam</a:t>
            </a:r>
            <a:r>
              <a:rPr lang="en-US"/>
              <a:t> </a:t>
            </a:r>
            <a:r>
              <a:rPr lang="en-US" err="1"/>
              <a:t>ut</a:t>
            </a:r>
            <a:r>
              <a:rPr lang="en-US"/>
              <a:t> </a:t>
            </a:r>
            <a:r>
              <a:rPr lang="en-US" err="1"/>
              <a:t>justo</a:t>
            </a:r>
            <a:r>
              <a:rPr lang="en-US"/>
              <a:t> non </a:t>
            </a:r>
            <a:r>
              <a:rPr lang="en-US" err="1"/>
              <a:t>justo</a:t>
            </a:r>
            <a:r>
              <a:rPr lang="en-US"/>
              <a:t> </a:t>
            </a:r>
            <a:r>
              <a:rPr lang="en-US" err="1"/>
              <a:t>pretium</a:t>
            </a:r>
            <a:r>
              <a:rPr lang="en-US"/>
              <a:t> </a:t>
            </a:r>
            <a:r>
              <a:rPr lang="en-US" err="1"/>
              <a:t>euismod</a:t>
            </a:r>
            <a:r>
              <a:rPr lang="en-US"/>
              <a:t> </a:t>
            </a:r>
            <a:r>
              <a:rPr lang="en-US" err="1"/>
              <a:t>sagittis</a:t>
            </a:r>
            <a:r>
              <a:rPr lang="en-US"/>
              <a:t> </a:t>
            </a:r>
            <a:r>
              <a:rPr lang="en-US" err="1"/>
              <a:t>ut</a:t>
            </a:r>
            <a:r>
              <a:rPr lang="en-US"/>
              <a:t> </a:t>
            </a:r>
            <a:r>
              <a:rPr lang="en-US" err="1"/>
              <a:t>mauris</a:t>
            </a:r>
            <a:r>
              <a:rPr lang="en-US"/>
              <a:t>. </a:t>
            </a:r>
          </a:p>
          <a:p>
            <a:pPr lvl="1"/>
            <a:r>
              <a:rPr lang="en-US" err="1"/>
              <a:t>Dras</a:t>
            </a:r>
            <a:r>
              <a:rPr lang="en-US"/>
              <a:t> at </a:t>
            </a:r>
            <a:r>
              <a:rPr lang="en-US" err="1"/>
              <a:t>sollicitudin</a:t>
            </a:r>
            <a:r>
              <a:rPr lang="en-US"/>
              <a:t> mi. Donec vestibulum </a:t>
            </a:r>
            <a:r>
              <a:rPr lang="en-US" err="1"/>
              <a:t>lobortis</a:t>
            </a:r>
            <a:r>
              <a:rPr lang="en-US"/>
              <a:t> </a:t>
            </a:r>
            <a:r>
              <a:rPr lang="en-US" err="1"/>
              <a:t>urna</a:t>
            </a:r>
            <a:r>
              <a:rPr lang="en-US"/>
              <a:t>, id </a:t>
            </a:r>
            <a:r>
              <a:rPr lang="en-US" err="1"/>
              <a:t>fringilla</a:t>
            </a:r>
            <a:r>
              <a:rPr lang="en-US"/>
              <a:t> </a:t>
            </a:r>
            <a:r>
              <a:rPr lang="en-US" err="1"/>
              <a:t>turpis</a:t>
            </a:r>
            <a:r>
              <a:rPr lang="en-US"/>
              <a:t> tempus </a:t>
            </a:r>
            <a:r>
              <a:rPr lang="en-US" err="1"/>
              <a:t>quis</a:t>
            </a:r>
            <a:r>
              <a:rPr lang="en-US"/>
              <a:t>. </a:t>
            </a:r>
          </a:p>
          <a:p>
            <a:pPr lvl="1"/>
            <a:r>
              <a:rPr lang="en-US"/>
              <a:t>In hac </a:t>
            </a:r>
            <a:r>
              <a:rPr lang="en-US" err="1"/>
              <a:t>habitasse</a:t>
            </a:r>
            <a:r>
              <a:rPr lang="en-US"/>
              <a:t> </a:t>
            </a:r>
            <a:r>
              <a:rPr lang="en-US" err="1"/>
              <a:t>platea</a:t>
            </a:r>
            <a:r>
              <a:rPr lang="en-US"/>
              <a:t> </a:t>
            </a:r>
            <a:r>
              <a:rPr lang="en-US" err="1"/>
              <a:t>dictumst</a:t>
            </a:r>
            <a:r>
              <a:rPr lang="en-US"/>
              <a:t>. In </a:t>
            </a:r>
            <a:r>
              <a:rPr lang="en-US" err="1"/>
              <a:t>malesu</a:t>
            </a:r>
            <a:r>
              <a:rPr lang="en-US"/>
              <a:t> </a:t>
            </a:r>
          </a:p>
          <a:p>
            <a:pPr marL="365760" marR="0" lvl="2" indent="-182880" algn="l" defTabSz="914400" rtl="0" eaLnBrk="1" fontAlgn="auto" latinLnBrk="0" hangingPunct="1">
              <a:lnSpc>
                <a:spcPct val="100000"/>
              </a:lnSpc>
              <a:spcBef>
                <a:spcPts val="600"/>
              </a:spcBef>
              <a:spcAft>
                <a:spcPts val="0"/>
              </a:spcAft>
              <a:buClr>
                <a:srgbClr val="1F96E3"/>
              </a:buClr>
              <a:buSzTx/>
              <a:buFont typeface="Poppins" panose="00000500000000000000" pitchFamily="2" charset="0"/>
              <a:buChar char="⁄"/>
              <a:tabLst/>
              <a:defRPr/>
            </a:pPr>
            <a:r>
              <a:rPr kumimoji="0" lang="en-US" sz="1600" b="0" i="0" u="none" strike="noStrike" kern="1200" cap="none" spc="0" normalizeH="0" baseline="0" noProof="0">
                <a:ln>
                  <a:noFill/>
                </a:ln>
                <a:solidFill>
                  <a:srgbClr val="002957"/>
                </a:solidFill>
                <a:effectLst/>
                <a:uLnTx/>
                <a:uFillTx/>
                <a:latin typeface="Poppins Light"/>
                <a:ea typeface="+mn-ea"/>
                <a:cs typeface="+mn-cs"/>
              </a:rPr>
              <a:t>Third level</a:t>
            </a:r>
          </a:p>
          <a:p>
            <a:pPr marL="548640" marR="0" lvl="3" indent="-182880" algn="l" defTabSz="914400" rtl="0" eaLnBrk="1" fontAlgn="auto" latinLnBrk="0" hangingPunct="1">
              <a:lnSpc>
                <a:spcPct val="100000"/>
              </a:lnSpc>
              <a:spcBef>
                <a:spcPts val="600"/>
              </a:spcBef>
              <a:spcAft>
                <a:spcPts val="0"/>
              </a:spcAft>
              <a:buClr>
                <a:srgbClr val="1F96E3"/>
              </a:buClr>
              <a:buSzTx/>
              <a:buFont typeface="Arial" panose="020B0604020202020204" pitchFamily="34" charset="0"/>
              <a:buChar char="•"/>
              <a:tabLst/>
              <a:defRPr/>
            </a:pPr>
            <a:r>
              <a:rPr kumimoji="0" lang="en-US" sz="1400" b="0" i="0" u="none" strike="noStrike" kern="1200" cap="none" spc="0" normalizeH="0" baseline="0" noProof="0">
                <a:ln>
                  <a:noFill/>
                </a:ln>
                <a:solidFill>
                  <a:srgbClr val="002957"/>
                </a:solidFill>
                <a:effectLst/>
                <a:uLnTx/>
                <a:uFillTx/>
                <a:latin typeface="Poppins Light"/>
                <a:ea typeface="+mn-ea"/>
                <a:cs typeface="+mn-cs"/>
              </a:rPr>
              <a:t>Fourth level</a:t>
            </a:r>
          </a:p>
          <a:p>
            <a:pPr marL="777240" marR="0" lvl="4" indent="-228600" algn="l" defTabSz="914400" rtl="0" eaLnBrk="1" fontAlgn="auto" latinLnBrk="0" hangingPunct="1">
              <a:lnSpc>
                <a:spcPct val="100000"/>
              </a:lnSpc>
              <a:spcBef>
                <a:spcPts val="600"/>
              </a:spcBef>
              <a:spcAft>
                <a:spcPts val="0"/>
              </a:spcAft>
              <a:buClr>
                <a:srgbClr val="1F96E3"/>
              </a:buClr>
              <a:buSzTx/>
              <a:buFont typeface="Arial" panose="020B0604020202020204" pitchFamily="34" charset="0"/>
              <a:buChar char="•"/>
              <a:tabLst/>
              <a:defRPr/>
            </a:pPr>
            <a:r>
              <a:rPr kumimoji="0" lang="en-US" sz="1200" b="0" i="0" u="none" strike="noStrike" kern="1200" cap="none" spc="0" normalizeH="0" baseline="0" noProof="0">
                <a:ln>
                  <a:noFill/>
                </a:ln>
                <a:solidFill>
                  <a:srgbClr val="002957"/>
                </a:solidFill>
                <a:effectLst/>
                <a:uLnTx/>
                <a:uFillTx/>
                <a:latin typeface="Poppins Light"/>
                <a:ea typeface="+mn-ea"/>
                <a:cs typeface="+mn-cs"/>
              </a:rPr>
              <a:t>Fifth level</a:t>
            </a:r>
          </a:p>
        </p:txBody>
      </p:sp>
      <p:pic>
        <p:nvPicPr>
          <p:cNvPr id="13" name="Graphic 12">
            <a:extLst>
              <a:ext uri="{FF2B5EF4-FFF2-40B4-BE49-F238E27FC236}">
                <a16:creationId xmlns:a16="http://schemas.microsoft.com/office/drawing/2014/main" id="{6503CAD2-217B-4162-9861-77EF48B2AFBF}"/>
              </a:ext>
            </a:extLst>
          </p:cNvPr>
          <p:cNvPicPr>
            <a:picLocks noChangeAspect="1"/>
          </p:cNvPicPr>
          <p:nvPr userDrawn="1"/>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32813" t="-10108" r="248" b="43169"/>
          <a:stretch/>
        </p:blipFill>
        <p:spPr>
          <a:xfrm rot="10800000">
            <a:off x="10049855" y="4710"/>
            <a:ext cx="2142142" cy="2142142"/>
          </a:xfrm>
          <a:prstGeom prst="rect">
            <a:avLst/>
          </a:prstGeom>
        </p:spPr>
      </p:pic>
      <p:sp>
        <p:nvSpPr>
          <p:cNvPr id="14" name="Text Placeholder 3">
            <a:extLst>
              <a:ext uri="{FF2B5EF4-FFF2-40B4-BE49-F238E27FC236}">
                <a16:creationId xmlns:a16="http://schemas.microsoft.com/office/drawing/2014/main" id="{26CDDEE3-5C0F-40CE-BB75-97EAA9CC389E}"/>
              </a:ext>
            </a:extLst>
          </p:cNvPr>
          <p:cNvSpPr>
            <a:spLocks noGrp="1"/>
          </p:cNvSpPr>
          <p:nvPr>
            <p:ph type="body" sz="quarter" idx="11" hasCustomPrompt="1"/>
          </p:nvPr>
        </p:nvSpPr>
        <p:spPr>
          <a:xfrm>
            <a:off x="470116" y="1270957"/>
            <a:ext cx="11282972" cy="316592"/>
          </a:xfrm>
          <a:prstGeom prst="rect">
            <a:avLst/>
          </a:prstGeom>
        </p:spPr>
        <p:txBody>
          <a:bodyPr lIns="0">
            <a:normAutofit/>
          </a:bodyPr>
          <a:lstStyle>
            <a:lvl1pPr marL="0" indent="0">
              <a:lnSpc>
                <a:spcPct val="90000"/>
              </a:lnSpc>
              <a:spcBef>
                <a:spcPts val="0"/>
              </a:spcBef>
              <a:buNone/>
              <a:defRPr sz="1800">
                <a:solidFill>
                  <a:schemeClr val="accent1"/>
                </a:solidFill>
              </a:defRPr>
            </a:lvl1pPr>
          </a:lstStyle>
          <a:p>
            <a:pPr lvl="0"/>
            <a:r>
              <a:rPr lang="en-US"/>
              <a:t>Subtitle</a:t>
            </a:r>
          </a:p>
        </p:txBody>
      </p:sp>
      <p:pic>
        <p:nvPicPr>
          <p:cNvPr id="6" name="Graphic 5">
            <a:extLst>
              <a:ext uri="{FF2B5EF4-FFF2-40B4-BE49-F238E27FC236}">
                <a16:creationId xmlns:a16="http://schemas.microsoft.com/office/drawing/2014/main" id="{60FC0ED8-A505-A4F9-7083-C934D3671CC9}"/>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9474" y="6455740"/>
            <a:ext cx="774583" cy="245285"/>
          </a:xfrm>
          <a:prstGeom prst="rect">
            <a:avLst/>
          </a:prstGeom>
        </p:spPr>
      </p:pic>
      <p:sp>
        <p:nvSpPr>
          <p:cNvPr id="7" name="TextBox 6">
            <a:extLst>
              <a:ext uri="{FF2B5EF4-FFF2-40B4-BE49-F238E27FC236}">
                <a16:creationId xmlns:a16="http://schemas.microsoft.com/office/drawing/2014/main" id="{02AAAE23-5500-D633-1E29-3E43CFEC88D6}"/>
              </a:ext>
            </a:extLst>
          </p:cNvPr>
          <p:cNvSpPr txBox="1"/>
          <p:nvPr userDrawn="1"/>
        </p:nvSpPr>
        <p:spPr>
          <a:xfrm flipH="1">
            <a:off x="10794564" y="6349782"/>
            <a:ext cx="1177962" cy="457201"/>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solidFill>
                  <a:schemeClr val="accent3"/>
                </a:solidFill>
                <a:latin typeface="Poppins Medium" panose="00000600000000000000" pitchFamily="2" charset="0"/>
                <a:cs typeface="Poppins Medium" panose="00000600000000000000" pitchFamily="2" charset="0"/>
              </a:rPr>
              <a:t>Confidential	</a:t>
            </a:r>
            <a:r>
              <a:rPr lang="en-US" sz="900">
                <a:solidFill>
                  <a:schemeClr val="tx1"/>
                </a:solidFill>
                <a:latin typeface="Poppins Medium" panose="00000600000000000000" pitchFamily="2" charset="0"/>
                <a:cs typeface="Poppins Medium" panose="00000600000000000000" pitchFamily="2" charset="0"/>
              </a:rPr>
              <a:t>/ </a:t>
            </a:r>
            <a:fld id="{48F63A3B-78C7-47BE-AE5E-E10140E04643}" type="slidenum">
              <a:rPr lang="en-US" sz="900" smtClean="0">
                <a:solidFill>
                  <a:schemeClr val="tx1"/>
                </a:solidFill>
                <a:latin typeface="+mn-lt"/>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900">
                <a:solidFill>
                  <a:schemeClr val="tx1"/>
                </a:solidFill>
              </a:rPr>
              <a:t> </a:t>
            </a:r>
          </a:p>
        </p:txBody>
      </p:sp>
    </p:spTree>
    <p:extLst>
      <p:ext uri="{BB962C8B-B14F-4D97-AF65-F5344CB8AC3E}">
        <p14:creationId xmlns:p14="http://schemas.microsoft.com/office/powerpoint/2010/main" val="270706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Mise en page avec sous-titre">
    <p:bg>
      <p:bgRef idx="1001">
        <a:schemeClr val="bg2"/>
      </p:bgRef>
    </p:bg>
    <p:spTree>
      <p:nvGrpSpPr>
        <p:cNvPr id="1" name=""/>
        <p:cNvGrpSpPr/>
        <p:nvPr/>
      </p:nvGrpSpPr>
      <p:grpSpPr>
        <a:xfrm>
          <a:off x="0" y="0"/>
          <a:ext cx="0" cy="0"/>
          <a:chOff x="0" y="0"/>
          <a:chExt cx="0" cy="0"/>
        </a:xfrm>
      </p:grpSpPr>
      <p:sp>
        <p:nvSpPr>
          <p:cNvPr id="18" name="Footer Placeholder 3">
            <a:extLst>
              <a:ext uri="{FF2B5EF4-FFF2-40B4-BE49-F238E27FC236}">
                <a16:creationId xmlns:a16="http://schemas.microsoft.com/office/drawing/2014/main" id="{73CE9E92-2333-44F4-AA12-44FF0199E79A}"/>
              </a:ext>
            </a:extLst>
          </p:cNvPr>
          <p:cNvSpPr>
            <a:spLocks noGrp="1"/>
          </p:cNvSpPr>
          <p:nvPr>
            <p:ph type="ftr" sz="quarter" idx="3"/>
          </p:nvPr>
        </p:nvSpPr>
        <p:spPr>
          <a:xfrm>
            <a:off x="430923" y="5864444"/>
            <a:ext cx="11322165" cy="230246"/>
          </a:xfrm>
          <a:prstGeom prst="rect">
            <a:avLst/>
          </a:prstGeom>
        </p:spPr>
        <p:txBody>
          <a:bodyPr lIns="0" tIns="0" rIns="0" bIns="0" anchor="b"/>
          <a:lstStyle>
            <a:lvl1pPr>
              <a:defRPr sz="1000">
                <a:solidFill>
                  <a:schemeClr val="accent1"/>
                </a:solidFill>
              </a:defRPr>
            </a:lvl1pPr>
          </a:lstStyle>
          <a:p>
            <a:endParaRPr lang="en-US"/>
          </a:p>
        </p:txBody>
      </p:sp>
      <p:sp>
        <p:nvSpPr>
          <p:cNvPr id="23" name="Title Placeholder 1">
            <a:extLst>
              <a:ext uri="{FF2B5EF4-FFF2-40B4-BE49-F238E27FC236}">
                <a16:creationId xmlns:a16="http://schemas.microsoft.com/office/drawing/2014/main" id="{00A70454-7D28-4964-A63D-B09FBF7D813D}"/>
              </a:ext>
            </a:extLst>
          </p:cNvPr>
          <p:cNvSpPr>
            <a:spLocks noGrp="1"/>
          </p:cNvSpPr>
          <p:nvPr>
            <p:ph type="title"/>
          </p:nvPr>
        </p:nvSpPr>
        <p:spPr>
          <a:xfrm>
            <a:off x="438913" y="455885"/>
            <a:ext cx="11322164" cy="792843"/>
          </a:xfrm>
          <a:prstGeom prst="rect">
            <a:avLst/>
          </a:prstGeom>
        </p:spPr>
        <p:txBody>
          <a:bodyPr vert="horz" lIns="0" tIns="0" rIns="0" bIns="0" rtlCol="0" anchor="t" anchorCtr="0">
            <a:noAutofit/>
          </a:bodyPr>
          <a:lstStyle/>
          <a:p>
            <a:r>
              <a:rPr lang="en-US"/>
              <a:t>Click to edit Master title style</a:t>
            </a:r>
          </a:p>
        </p:txBody>
      </p:sp>
      <p:sp>
        <p:nvSpPr>
          <p:cNvPr id="12" name="Text Placeholder 8">
            <a:extLst>
              <a:ext uri="{FF2B5EF4-FFF2-40B4-BE49-F238E27FC236}">
                <a16:creationId xmlns:a16="http://schemas.microsoft.com/office/drawing/2014/main" id="{19B06477-C557-4B9F-AEF0-ED895EF5FDA4}"/>
              </a:ext>
            </a:extLst>
          </p:cNvPr>
          <p:cNvSpPr>
            <a:spLocks noGrp="1"/>
          </p:cNvSpPr>
          <p:nvPr>
            <p:ph type="body" sz="quarter" idx="12" hasCustomPrompt="1"/>
          </p:nvPr>
        </p:nvSpPr>
        <p:spPr>
          <a:xfrm>
            <a:off x="470114" y="1796156"/>
            <a:ext cx="10033559" cy="3707238"/>
          </a:xfrm>
          <a:prstGeom prst="rect">
            <a:avLst/>
          </a:prstGeom>
        </p:spPr>
        <p:txBody>
          <a:bodyPr lIns="0" tIns="0" rIns="0" bIns="0"/>
          <a:lstStyle>
            <a:lvl1pPr algn="l">
              <a:spcAft>
                <a:spcPts val="1200"/>
              </a:spcAft>
              <a:defRPr sz="1500">
                <a:solidFill>
                  <a:schemeClr val="tx1"/>
                </a:solidFill>
              </a:defRPr>
            </a:lvl1pPr>
            <a:lvl2pPr marL="228600" indent="-228600" algn="l">
              <a:spcAft>
                <a:spcPts val="1200"/>
              </a:spcAft>
              <a:buClr>
                <a:schemeClr val="accent1"/>
              </a:buClr>
              <a:buSzPct val="120000"/>
              <a:buFont typeface="Poppins" panose="00000500000000000000" pitchFamily="2" charset="0"/>
              <a:buChar char="⁄"/>
              <a:defRPr sz="1500">
                <a:solidFill>
                  <a:schemeClr val="tx1"/>
                </a:solidFill>
              </a:defRPr>
            </a:lvl2pPr>
            <a:lvl3pPr marL="685800" indent="-228600" algn="l">
              <a:spcAft>
                <a:spcPts val="1200"/>
              </a:spcAft>
              <a:buClr>
                <a:schemeClr val="accent1"/>
              </a:buClr>
              <a:buSzPct val="120000"/>
              <a:buFont typeface="Poppins" panose="00000500000000000000" pitchFamily="2" charset="0"/>
              <a:buChar char="⁄"/>
              <a:defRPr sz="1500">
                <a:solidFill>
                  <a:schemeClr val="tx1"/>
                </a:solidFill>
              </a:defRPr>
            </a:lvl3pPr>
            <a:lvl4pPr marL="1200150" indent="-285750" algn="l">
              <a:spcAft>
                <a:spcPts val="1200"/>
              </a:spcAft>
              <a:buClr>
                <a:schemeClr val="accent1"/>
              </a:buClr>
              <a:buSzPct val="120000"/>
              <a:buFont typeface="Arial" panose="020B0604020202020204" pitchFamily="34" charset="0"/>
              <a:buChar char="•"/>
              <a:defRPr sz="1500">
                <a:solidFill>
                  <a:schemeClr val="tx1"/>
                </a:solidFill>
              </a:defRPr>
            </a:lvl4pPr>
            <a:lvl5pPr marL="1657350" indent="-285750" algn="l">
              <a:spcAft>
                <a:spcPts val="1200"/>
              </a:spcAft>
              <a:buClr>
                <a:schemeClr val="accent1"/>
              </a:buClr>
              <a:buSzPct val="120000"/>
              <a:buFont typeface="Arial" panose="020B0604020202020204" pitchFamily="34" charset="0"/>
              <a:buChar char="•"/>
              <a:defRPr sz="1500">
                <a:solidFill>
                  <a:schemeClr val="tx1"/>
                </a:solidFill>
              </a:defRPr>
            </a:lvl5pPr>
          </a:lstStyle>
          <a:p>
            <a:pPr lvl="0"/>
            <a:r>
              <a:rPr lang="en-US"/>
              <a:t>Lorem ipsum </a:t>
            </a:r>
            <a:r>
              <a:rPr lang="en-US" err="1"/>
              <a:t>odlor</a:t>
            </a:r>
            <a:r>
              <a:rPr lang="en-US"/>
              <a:t> sit </a:t>
            </a:r>
            <a:r>
              <a:rPr lang="en-US" err="1"/>
              <a:t>amet</a:t>
            </a:r>
            <a:r>
              <a:rPr lang="en-US"/>
              <a:t>, </a:t>
            </a:r>
            <a:r>
              <a:rPr lang="en-US" err="1"/>
              <a:t>consec</a:t>
            </a:r>
            <a:r>
              <a:rPr lang="en-US"/>
              <a:t> </a:t>
            </a:r>
            <a:r>
              <a:rPr lang="en-US" err="1"/>
              <a:t>steitur</a:t>
            </a:r>
            <a:r>
              <a:rPr lang="en-US"/>
              <a:t> </a:t>
            </a:r>
            <a:r>
              <a:rPr lang="en-US" err="1"/>
              <a:t>adi</a:t>
            </a:r>
            <a:r>
              <a:rPr lang="en-US"/>
              <a:t> </a:t>
            </a:r>
            <a:r>
              <a:rPr lang="en-US" err="1"/>
              <a:t>piscing</a:t>
            </a:r>
            <a:r>
              <a:rPr lang="en-US"/>
              <a:t> </a:t>
            </a:r>
            <a:r>
              <a:rPr lang="en-US" err="1"/>
              <a:t>ejdit</a:t>
            </a:r>
            <a:r>
              <a:rPr lang="en-US"/>
              <a:t>. </a:t>
            </a:r>
            <a:r>
              <a:rPr lang="en-US" err="1"/>
              <a:t>Aliquam</a:t>
            </a:r>
            <a:r>
              <a:rPr lang="en-US"/>
              <a:t> </a:t>
            </a:r>
            <a:r>
              <a:rPr lang="en-US" err="1"/>
              <a:t>ut</a:t>
            </a:r>
            <a:r>
              <a:rPr lang="en-US"/>
              <a:t> </a:t>
            </a:r>
            <a:r>
              <a:rPr lang="en-US" err="1"/>
              <a:t>justo</a:t>
            </a:r>
            <a:r>
              <a:rPr lang="en-US"/>
              <a:t> non </a:t>
            </a:r>
            <a:r>
              <a:rPr lang="en-US" err="1"/>
              <a:t>justo</a:t>
            </a:r>
            <a:r>
              <a:rPr lang="en-US"/>
              <a:t> </a:t>
            </a:r>
            <a:r>
              <a:rPr lang="en-US" err="1"/>
              <a:t>pretium</a:t>
            </a:r>
            <a:r>
              <a:rPr lang="en-US"/>
              <a:t> </a:t>
            </a:r>
            <a:r>
              <a:rPr lang="en-US" err="1"/>
              <a:t>euismod</a:t>
            </a:r>
            <a:r>
              <a:rPr lang="en-US"/>
              <a:t> </a:t>
            </a:r>
            <a:r>
              <a:rPr lang="en-US" err="1"/>
              <a:t>sagittis</a:t>
            </a:r>
            <a:r>
              <a:rPr lang="en-US"/>
              <a:t> </a:t>
            </a:r>
            <a:r>
              <a:rPr lang="en-US" err="1"/>
              <a:t>ut</a:t>
            </a:r>
            <a:r>
              <a:rPr lang="en-US"/>
              <a:t> </a:t>
            </a:r>
            <a:r>
              <a:rPr lang="en-US" err="1"/>
              <a:t>mauris</a:t>
            </a:r>
            <a:r>
              <a:rPr lang="en-US"/>
              <a:t>. </a:t>
            </a:r>
          </a:p>
          <a:p>
            <a:pPr lvl="1"/>
            <a:r>
              <a:rPr lang="en-US" err="1"/>
              <a:t>Dras</a:t>
            </a:r>
            <a:r>
              <a:rPr lang="en-US"/>
              <a:t> at </a:t>
            </a:r>
            <a:r>
              <a:rPr lang="en-US" err="1"/>
              <a:t>sollicitudin</a:t>
            </a:r>
            <a:r>
              <a:rPr lang="en-US"/>
              <a:t> mi. Donec vestibulum </a:t>
            </a:r>
            <a:r>
              <a:rPr lang="en-US" err="1"/>
              <a:t>lobortis</a:t>
            </a:r>
            <a:r>
              <a:rPr lang="en-US"/>
              <a:t> </a:t>
            </a:r>
            <a:r>
              <a:rPr lang="en-US" err="1"/>
              <a:t>urna</a:t>
            </a:r>
            <a:r>
              <a:rPr lang="en-US"/>
              <a:t>, id </a:t>
            </a:r>
            <a:r>
              <a:rPr lang="en-US" err="1"/>
              <a:t>fringilla</a:t>
            </a:r>
            <a:r>
              <a:rPr lang="en-US"/>
              <a:t> </a:t>
            </a:r>
            <a:r>
              <a:rPr lang="en-US" err="1"/>
              <a:t>turpis</a:t>
            </a:r>
            <a:r>
              <a:rPr lang="en-US"/>
              <a:t> tempus </a:t>
            </a:r>
            <a:r>
              <a:rPr lang="en-US" err="1"/>
              <a:t>quis</a:t>
            </a:r>
            <a:r>
              <a:rPr lang="en-US"/>
              <a:t>. </a:t>
            </a:r>
          </a:p>
          <a:p>
            <a:pPr lvl="1"/>
            <a:r>
              <a:rPr lang="en-US"/>
              <a:t>In hac </a:t>
            </a:r>
            <a:r>
              <a:rPr lang="en-US" err="1"/>
              <a:t>habitasse</a:t>
            </a:r>
            <a:r>
              <a:rPr lang="en-US"/>
              <a:t> </a:t>
            </a:r>
            <a:r>
              <a:rPr lang="en-US" err="1"/>
              <a:t>platea</a:t>
            </a:r>
            <a:r>
              <a:rPr lang="en-US"/>
              <a:t> </a:t>
            </a:r>
            <a:r>
              <a:rPr lang="en-US" err="1"/>
              <a:t>dictumst</a:t>
            </a:r>
            <a:r>
              <a:rPr lang="en-US"/>
              <a:t>. In </a:t>
            </a:r>
            <a:r>
              <a:rPr lang="en-US" err="1"/>
              <a:t>malesu</a:t>
            </a:r>
            <a:r>
              <a:rPr lang="en-US"/>
              <a:t> </a:t>
            </a:r>
          </a:p>
          <a:p>
            <a:pPr marL="365760" marR="0" lvl="2" indent="-182880" algn="l" defTabSz="914400" rtl="0" eaLnBrk="1" fontAlgn="auto" latinLnBrk="0" hangingPunct="1">
              <a:lnSpc>
                <a:spcPct val="100000"/>
              </a:lnSpc>
              <a:spcBef>
                <a:spcPts val="600"/>
              </a:spcBef>
              <a:spcAft>
                <a:spcPts val="0"/>
              </a:spcAft>
              <a:buClr>
                <a:srgbClr val="1F96E3"/>
              </a:buClr>
              <a:buSzTx/>
              <a:buFont typeface="Poppins" panose="00000500000000000000" pitchFamily="2" charset="0"/>
              <a:buChar char="⁄"/>
              <a:tabLst/>
              <a:defRPr/>
            </a:pPr>
            <a:r>
              <a:rPr kumimoji="0" lang="en-US" sz="1600" b="0" i="0" u="none" strike="noStrike" kern="1200" cap="none" spc="0" normalizeH="0" baseline="0" noProof="0">
                <a:ln>
                  <a:noFill/>
                </a:ln>
                <a:solidFill>
                  <a:srgbClr val="002957"/>
                </a:solidFill>
                <a:effectLst/>
                <a:uLnTx/>
                <a:uFillTx/>
                <a:latin typeface="Poppins Light"/>
                <a:ea typeface="+mn-ea"/>
                <a:cs typeface="+mn-cs"/>
              </a:rPr>
              <a:t>Third level</a:t>
            </a:r>
          </a:p>
          <a:p>
            <a:pPr marL="548640" marR="0" lvl="3" indent="-182880" algn="l" defTabSz="914400" rtl="0" eaLnBrk="1" fontAlgn="auto" latinLnBrk="0" hangingPunct="1">
              <a:lnSpc>
                <a:spcPct val="100000"/>
              </a:lnSpc>
              <a:spcBef>
                <a:spcPts val="600"/>
              </a:spcBef>
              <a:spcAft>
                <a:spcPts val="0"/>
              </a:spcAft>
              <a:buClr>
                <a:srgbClr val="1F96E3"/>
              </a:buClr>
              <a:buSzTx/>
              <a:buFont typeface="Arial" panose="020B0604020202020204" pitchFamily="34" charset="0"/>
              <a:buChar char="•"/>
              <a:tabLst/>
              <a:defRPr/>
            </a:pPr>
            <a:r>
              <a:rPr kumimoji="0" lang="en-US" sz="1400" b="0" i="0" u="none" strike="noStrike" kern="1200" cap="none" spc="0" normalizeH="0" baseline="0" noProof="0">
                <a:ln>
                  <a:noFill/>
                </a:ln>
                <a:solidFill>
                  <a:srgbClr val="002957"/>
                </a:solidFill>
                <a:effectLst/>
                <a:uLnTx/>
                <a:uFillTx/>
                <a:latin typeface="Poppins Light"/>
                <a:ea typeface="+mn-ea"/>
                <a:cs typeface="+mn-cs"/>
              </a:rPr>
              <a:t>Fourth level</a:t>
            </a:r>
          </a:p>
          <a:p>
            <a:pPr marL="777240" marR="0" lvl="4" indent="-228600" algn="l" defTabSz="914400" rtl="0" eaLnBrk="1" fontAlgn="auto" latinLnBrk="0" hangingPunct="1">
              <a:lnSpc>
                <a:spcPct val="100000"/>
              </a:lnSpc>
              <a:spcBef>
                <a:spcPts val="600"/>
              </a:spcBef>
              <a:spcAft>
                <a:spcPts val="0"/>
              </a:spcAft>
              <a:buClr>
                <a:srgbClr val="1F96E3"/>
              </a:buClr>
              <a:buSzTx/>
              <a:buFont typeface="Arial" panose="020B0604020202020204" pitchFamily="34" charset="0"/>
              <a:buChar char="•"/>
              <a:tabLst/>
              <a:defRPr/>
            </a:pPr>
            <a:r>
              <a:rPr kumimoji="0" lang="en-US" sz="1200" b="0" i="0" u="none" strike="noStrike" kern="1200" cap="none" spc="0" normalizeH="0" baseline="0" noProof="0">
                <a:ln>
                  <a:noFill/>
                </a:ln>
                <a:solidFill>
                  <a:srgbClr val="002957"/>
                </a:solidFill>
                <a:effectLst/>
                <a:uLnTx/>
                <a:uFillTx/>
                <a:latin typeface="Poppins Light"/>
                <a:ea typeface="+mn-ea"/>
                <a:cs typeface="+mn-cs"/>
              </a:rPr>
              <a:t>Fifth level</a:t>
            </a:r>
          </a:p>
        </p:txBody>
      </p:sp>
      <p:pic>
        <p:nvPicPr>
          <p:cNvPr id="13" name="Graphic 12">
            <a:extLst>
              <a:ext uri="{FF2B5EF4-FFF2-40B4-BE49-F238E27FC236}">
                <a16:creationId xmlns:a16="http://schemas.microsoft.com/office/drawing/2014/main" id="{6503CAD2-217B-4162-9861-77EF48B2AFBF}"/>
              </a:ext>
            </a:extLst>
          </p:cNvPr>
          <p:cNvPicPr>
            <a:picLocks noChangeAspect="1"/>
          </p:cNvPicPr>
          <p:nvPr userDrawn="1"/>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32813" t="-10108" r="248" b="43169"/>
          <a:stretch/>
        </p:blipFill>
        <p:spPr>
          <a:xfrm rot="10800000">
            <a:off x="10049855" y="4710"/>
            <a:ext cx="2142142" cy="2142142"/>
          </a:xfrm>
          <a:prstGeom prst="rect">
            <a:avLst/>
          </a:prstGeom>
        </p:spPr>
      </p:pic>
      <p:sp>
        <p:nvSpPr>
          <p:cNvPr id="14" name="Text Placeholder 3">
            <a:extLst>
              <a:ext uri="{FF2B5EF4-FFF2-40B4-BE49-F238E27FC236}">
                <a16:creationId xmlns:a16="http://schemas.microsoft.com/office/drawing/2014/main" id="{DF8C8C66-F279-4A30-9D02-71F5A75866CE}"/>
              </a:ext>
            </a:extLst>
          </p:cNvPr>
          <p:cNvSpPr>
            <a:spLocks noGrp="1"/>
          </p:cNvSpPr>
          <p:nvPr>
            <p:ph type="body" sz="quarter" idx="11" hasCustomPrompt="1"/>
          </p:nvPr>
        </p:nvSpPr>
        <p:spPr>
          <a:xfrm>
            <a:off x="470116" y="1270957"/>
            <a:ext cx="11282972" cy="316592"/>
          </a:xfrm>
          <a:prstGeom prst="rect">
            <a:avLst/>
          </a:prstGeom>
        </p:spPr>
        <p:txBody>
          <a:bodyPr lIns="0">
            <a:normAutofit/>
          </a:bodyPr>
          <a:lstStyle>
            <a:lvl1pPr marL="0" indent="0">
              <a:lnSpc>
                <a:spcPct val="90000"/>
              </a:lnSpc>
              <a:spcBef>
                <a:spcPts val="0"/>
              </a:spcBef>
              <a:buNone/>
              <a:defRPr sz="1800">
                <a:solidFill>
                  <a:schemeClr val="accent1"/>
                </a:solidFill>
              </a:defRPr>
            </a:lvl1pPr>
          </a:lstStyle>
          <a:p>
            <a:pPr lvl="0"/>
            <a:r>
              <a:rPr lang="en-US"/>
              <a:t>Subtitle</a:t>
            </a:r>
          </a:p>
        </p:txBody>
      </p:sp>
      <p:pic>
        <p:nvPicPr>
          <p:cNvPr id="7" name="Graphic 6">
            <a:extLst>
              <a:ext uri="{FF2B5EF4-FFF2-40B4-BE49-F238E27FC236}">
                <a16:creationId xmlns:a16="http://schemas.microsoft.com/office/drawing/2014/main" id="{C1970133-BA92-D142-0444-9BB05D6793CE}"/>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9474" y="6455740"/>
            <a:ext cx="774583" cy="245285"/>
          </a:xfrm>
          <a:prstGeom prst="rect">
            <a:avLst/>
          </a:prstGeom>
        </p:spPr>
      </p:pic>
      <p:sp>
        <p:nvSpPr>
          <p:cNvPr id="8" name="TextBox 7">
            <a:extLst>
              <a:ext uri="{FF2B5EF4-FFF2-40B4-BE49-F238E27FC236}">
                <a16:creationId xmlns:a16="http://schemas.microsoft.com/office/drawing/2014/main" id="{D1864CE9-8AD9-5B23-4322-C40564E3D9CE}"/>
              </a:ext>
            </a:extLst>
          </p:cNvPr>
          <p:cNvSpPr txBox="1"/>
          <p:nvPr userDrawn="1"/>
        </p:nvSpPr>
        <p:spPr>
          <a:xfrm flipH="1">
            <a:off x="10794564" y="6349782"/>
            <a:ext cx="1177962" cy="457201"/>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solidFill>
                  <a:schemeClr val="accent3"/>
                </a:solidFill>
                <a:latin typeface="Poppins Medium" panose="00000600000000000000" pitchFamily="2" charset="0"/>
                <a:cs typeface="Poppins Medium" panose="00000600000000000000" pitchFamily="2" charset="0"/>
              </a:rPr>
              <a:t>Confidential	</a:t>
            </a:r>
            <a:r>
              <a:rPr lang="en-US" sz="900">
                <a:solidFill>
                  <a:schemeClr val="tx1"/>
                </a:solidFill>
                <a:latin typeface="Poppins Medium" panose="00000600000000000000" pitchFamily="2" charset="0"/>
                <a:cs typeface="Poppins Medium" panose="00000600000000000000" pitchFamily="2" charset="0"/>
              </a:rPr>
              <a:t>/ </a:t>
            </a:r>
            <a:fld id="{48F63A3B-78C7-47BE-AE5E-E10140E04643}" type="slidenum">
              <a:rPr lang="en-US" sz="900" smtClean="0">
                <a:solidFill>
                  <a:schemeClr val="tx1"/>
                </a:solidFill>
                <a:latin typeface="+mn-lt"/>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900">
                <a:solidFill>
                  <a:schemeClr val="tx1"/>
                </a:solidFill>
              </a:rPr>
              <a:t> </a:t>
            </a:r>
          </a:p>
        </p:txBody>
      </p:sp>
    </p:spTree>
    <p:extLst>
      <p:ext uri="{BB962C8B-B14F-4D97-AF65-F5344CB8AC3E}">
        <p14:creationId xmlns:p14="http://schemas.microsoft.com/office/powerpoint/2010/main" val="27616104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Image columns">
    <p:bg>
      <p:bgRef idx="1001">
        <a:schemeClr val="bg1"/>
      </p:bgRef>
    </p:bg>
    <p:spTree>
      <p:nvGrpSpPr>
        <p:cNvPr id="1" name=""/>
        <p:cNvGrpSpPr/>
        <p:nvPr/>
      </p:nvGrpSpPr>
      <p:grpSpPr>
        <a:xfrm>
          <a:off x="0" y="0"/>
          <a:ext cx="0" cy="0"/>
          <a:chOff x="0" y="0"/>
          <a:chExt cx="0" cy="0"/>
        </a:xfrm>
      </p:grpSpPr>
      <p:sp>
        <p:nvSpPr>
          <p:cNvPr id="18" name="Picture Placeholder 38">
            <a:extLst>
              <a:ext uri="{FF2B5EF4-FFF2-40B4-BE49-F238E27FC236}">
                <a16:creationId xmlns:a16="http://schemas.microsoft.com/office/drawing/2014/main" id="{3B535E44-6AFF-4793-908D-5A6AB5741875}"/>
              </a:ext>
            </a:extLst>
          </p:cNvPr>
          <p:cNvSpPr>
            <a:spLocks noGrp="1"/>
          </p:cNvSpPr>
          <p:nvPr>
            <p:ph type="pic" sz="quarter" idx="49" hasCustomPrompt="1"/>
          </p:nvPr>
        </p:nvSpPr>
        <p:spPr>
          <a:xfrm>
            <a:off x="377724" y="1248727"/>
            <a:ext cx="2677448" cy="1970921"/>
          </a:xfrm>
          <a:prstGeom prst="roundRect">
            <a:avLst>
              <a:gd name="adj" fmla="val 3211"/>
            </a:avLst>
          </a:prstGeom>
        </p:spPr>
        <p:txBody>
          <a:bodyPr anchor="ctr"/>
          <a:lstStyle>
            <a:lvl1pPr algn="ctr">
              <a:defRPr>
                <a:solidFill>
                  <a:schemeClr val="tx1"/>
                </a:solidFill>
              </a:defRPr>
            </a:lvl1pPr>
          </a:lstStyle>
          <a:p>
            <a:r>
              <a:rPr lang="en-US"/>
              <a:t>Click to Add</a:t>
            </a:r>
          </a:p>
        </p:txBody>
      </p:sp>
      <p:sp>
        <p:nvSpPr>
          <p:cNvPr id="26" name="Picture Placeholder 38">
            <a:extLst>
              <a:ext uri="{FF2B5EF4-FFF2-40B4-BE49-F238E27FC236}">
                <a16:creationId xmlns:a16="http://schemas.microsoft.com/office/drawing/2014/main" id="{D89ED35D-198B-4C67-8531-5A802C552B21}"/>
              </a:ext>
            </a:extLst>
          </p:cNvPr>
          <p:cNvSpPr>
            <a:spLocks noGrp="1"/>
          </p:cNvSpPr>
          <p:nvPr>
            <p:ph type="pic" sz="quarter" idx="51" hasCustomPrompt="1"/>
          </p:nvPr>
        </p:nvSpPr>
        <p:spPr>
          <a:xfrm>
            <a:off x="3278701" y="1248727"/>
            <a:ext cx="2677448" cy="1970921"/>
          </a:xfrm>
          <a:prstGeom prst="roundRect">
            <a:avLst>
              <a:gd name="adj" fmla="val 3211"/>
            </a:avLst>
          </a:prstGeom>
        </p:spPr>
        <p:txBody>
          <a:bodyPr anchor="ctr"/>
          <a:lstStyle>
            <a:lvl1pPr algn="ctr">
              <a:defRPr>
                <a:solidFill>
                  <a:schemeClr val="tx1"/>
                </a:solidFill>
              </a:defRPr>
            </a:lvl1pPr>
          </a:lstStyle>
          <a:p>
            <a:r>
              <a:rPr lang="en-US"/>
              <a:t>Click to Add</a:t>
            </a:r>
          </a:p>
        </p:txBody>
      </p:sp>
      <p:sp>
        <p:nvSpPr>
          <p:cNvPr id="28" name="Picture Placeholder 38">
            <a:extLst>
              <a:ext uri="{FF2B5EF4-FFF2-40B4-BE49-F238E27FC236}">
                <a16:creationId xmlns:a16="http://schemas.microsoft.com/office/drawing/2014/main" id="{B0BA6577-CAD9-429A-81FD-61D104600569}"/>
              </a:ext>
            </a:extLst>
          </p:cNvPr>
          <p:cNvSpPr>
            <a:spLocks noGrp="1"/>
          </p:cNvSpPr>
          <p:nvPr>
            <p:ph type="pic" sz="quarter" idx="53" hasCustomPrompt="1"/>
          </p:nvPr>
        </p:nvSpPr>
        <p:spPr>
          <a:xfrm>
            <a:off x="6179678" y="1248727"/>
            <a:ext cx="2677448" cy="1970921"/>
          </a:xfrm>
          <a:prstGeom prst="roundRect">
            <a:avLst>
              <a:gd name="adj" fmla="val 3211"/>
            </a:avLst>
          </a:prstGeom>
        </p:spPr>
        <p:txBody>
          <a:bodyPr anchor="ctr"/>
          <a:lstStyle>
            <a:lvl1pPr algn="ctr">
              <a:defRPr>
                <a:solidFill>
                  <a:schemeClr val="tx1"/>
                </a:solidFill>
              </a:defRPr>
            </a:lvl1pPr>
          </a:lstStyle>
          <a:p>
            <a:r>
              <a:rPr lang="en-US"/>
              <a:t>Click to Add</a:t>
            </a:r>
          </a:p>
        </p:txBody>
      </p:sp>
      <p:sp>
        <p:nvSpPr>
          <p:cNvPr id="30" name="Picture Placeholder 38">
            <a:extLst>
              <a:ext uri="{FF2B5EF4-FFF2-40B4-BE49-F238E27FC236}">
                <a16:creationId xmlns:a16="http://schemas.microsoft.com/office/drawing/2014/main" id="{979B3D61-EE33-4A2E-AAC2-5D1BEE62DA99}"/>
              </a:ext>
            </a:extLst>
          </p:cNvPr>
          <p:cNvSpPr>
            <a:spLocks noGrp="1"/>
          </p:cNvSpPr>
          <p:nvPr>
            <p:ph type="pic" sz="quarter" idx="55" hasCustomPrompt="1"/>
          </p:nvPr>
        </p:nvSpPr>
        <p:spPr>
          <a:xfrm>
            <a:off x="9080656" y="1248727"/>
            <a:ext cx="2677448" cy="1970921"/>
          </a:xfrm>
          <a:prstGeom prst="roundRect">
            <a:avLst>
              <a:gd name="adj" fmla="val 3211"/>
            </a:avLst>
          </a:prstGeom>
        </p:spPr>
        <p:txBody>
          <a:bodyPr anchor="ctr"/>
          <a:lstStyle>
            <a:lvl1pPr algn="ctr">
              <a:defRPr>
                <a:solidFill>
                  <a:schemeClr val="tx1"/>
                </a:solidFill>
              </a:defRPr>
            </a:lvl1pPr>
          </a:lstStyle>
          <a:p>
            <a:r>
              <a:rPr lang="en-US"/>
              <a:t>Click to Add</a:t>
            </a:r>
          </a:p>
        </p:txBody>
      </p:sp>
      <p:sp>
        <p:nvSpPr>
          <p:cNvPr id="3" name="Text Placeholder 2">
            <a:extLst>
              <a:ext uri="{FF2B5EF4-FFF2-40B4-BE49-F238E27FC236}">
                <a16:creationId xmlns:a16="http://schemas.microsoft.com/office/drawing/2014/main" id="{48AFA9FD-96C7-468D-B23A-B3F292541091}"/>
              </a:ext>
            </a:extLst>
          </p:cNvPr>
          <p:cNvSpPr>
            <a:spLocks noGrp="1"/>
          </p:cNvSpPr>
          <p:nvPr>
            <p:ph type="body" sz="quarter" idx="56" hasCustomPrompt="1"/>
          </p:nvPr>
        </p:nvSpPr>
        <p:spPr>
          <a:xfrm>
            <a:off x="446418" y="3474003"/>
            <a:ext cx="2596231" cy="2402921"/>
          </a:xfrm>
          <a:prstGeom prst="rect">
            <a:avLst/>
          </a:prstGeom>
        </p:spPr>
        <p:txBody>
          <a:bodyPr/>
          <a:lstStyle>
            <a:lvl2pPr>
              <a:buNone/>
              <a:defRPr>
                <a:solidFill>
                  <a:schemeClr val="accent1"/>
                </a:solidFill>
                <a:latin typeface="Poppins Medium" panose="00000600000000000000" pitchFamily="2" charset="0"/>
                <a:cs typeface="Poppins Medium" panose="00000600000000000000" pitchFamily="2" charset="0"/>
              </a:defRPr>
            </a:lvl2pPr>
          </a:lstStyle>
          <a:p>
            <a:pPr lvl="1"/>
            <a:r>
              <a:rPr lang="en-US"/>
              <a:t>Lorem Ipsum </a:t>
            </a:r>
          </a:p>
          <a:p>
            <a:pPr marL="365760" marR="0" lvl="2" indent="-182880" algn="l" defTabSz="914400" rtl="0" eaLnBrk="1" fontAlgn="auto" latinLnBrk="0" hangingPunct="1">
              <a:lnSpc>
                <a:spcPct val="100000"/>
              </a:lnSpc>
              <a:spcBef>
                <a:spcPts val="600"/>
              </a:spcBef>
              <a:spcAft>
                <a:spcPts val="0"/>
              </a:spcAft>
              <a:buClr>
                <a:srgbClr val="1F96E3"/>
              </a:buClr>
              <a:buSzTx/>
              <a:buFont typeface="Poppins" panose="00000500000000000000" pitchFamily="2" charset="0"/>
              <a:buChar char="⁄"/>
              <a:tabLst/>
              <a:defRPr/>
            </a:pPr>
            <a:r>
              <a:rPr kumimoji="0" lang="en-US" sz="1600" b="0" i="0" u="none" strike="noStrike" kern="1200" cap="none" spc="0" normalizeH="0" baseline="0" noProof="0">
                <a:ln>
                  <a:noFill/>
                </a:ln>
                <a:solidFill>
                  <a:srgbClr val="002957"/>
                </a:solidFill>
                <a:effectLst/>
                <a:uLnTx/>
                <a:uFillTx/>
                <a:latin typeface="Poppins Light"/>
                <a:ea typeface="+mn-ea"/>
                <a:cs typeface="+mn-cs"/>
              </a:rPr>
              <a:t>Third level</a:t>
            </a:r>
          </a:p>
          <a:p>
            <a:pPr marL="548640" marR="0" lvl="3" indent="-182880" algn="l" defTabSz="914400" rtl="0" eaLnBrk="1" fontAlgn="auto" latinLnBrk="0" hangingPunct="1">
              <a:lnSpc>
                <a:spcPct val="100000"/>
              </a:lnSpc>
              <a:spcBef>
                <a:spcPts val="600"/>
              </a:spcBef>
              <a:spcAft>
                <a:spcPts val="0"/>
              </a:spcAft>
              <a:buClr>
                <a:srgbClr val="1F96E3"/>
              </a:buClr>
              <a:buSzTx/>
              <a:buFont typeface="Arial" panose="020B0604020202020204" pitchFamily="34" charset="0"/>
              <a:buChar char="•"/>
              <a:tabLst/>
              <a:defRPr/>
            </a:pPr>
            <a:r>
              <a:rPr kumimoji="0" lang="en-US" sz="1400" b="0" i="0" u="none" strike="noStrike" kern="1200" cap="none" spc="0" normalizeH="0" baseline="0" noProof="0">
                <a:ln>
                  <a:noFill/>
                </a:ln>
                <a:solidFill>
                  <a:srgbClr val="002957"/>
                </a:solidFill>
                <a:effectLst/>
                <a:uLnTx/>
                <a:uFillTx/>
                <a:latin typeface="Poppins Light"/>
                <a:ea typeface="+mn-ea"/>
                <a:cs typeface="+mn-cs"/>
              </a:rPr>
              <a:t>Fourth level</a:t>
            </a:r>
          </a:p>
          <a:p>
            <a:pPr marL="777240" marR="0" lvl="4" indent="-228600" algn="l" defTabSz="914400" rtl="0" eaLnBrk="1" fontAlgn="auto" latinLnBrk="0" hangingPunct="1">
              <a:lnSpc>
                <a:spcPct val="100000"/>
              </a:lnSpc>
              <a:spcBef>
                <a:spcPts val="600"/>
              </a:spcBef>
              <a:spcAft>
                <a:spcPts val="0"/>
              </a:spcAft>
              <a:buClr>
                <a:srgbClr val="1F96E3"/>
              </a:buClr>
              <a:buSzTx/>
              <a:buFont typeface="Arial" panose="020B0604020202020204" pitchFamily="34" charset="0"/>
              <a:buChar char="•"/>
              <a:tabLst/>
              <a:defRPr/>
            </a:pPr>
            <a:r>
              <a:rPr kumimoji="0" lang="en-US" sz="1200" b="0" i="0" u="none" strike="noStrike" kern="1200" cap="none" spc="0" normalizeH="0" baseline="0" noProof="0">
                <a:ln>
                  <a:noFill/>
                </a:ln>
                <a:solidFill>
                  <a:srgbClr val="002957"/>
                </a:solidFill>
                <a:effectLst/>
                <a:uLnTx/>
                <a:uFillTx/>
                <a:latin typeface="Poppins Light"/>
                <a:ea typeface="+mn-ea"/>
                <a:cs typeface="+mn-cs"/>
              </a:rPr>
              <a:t>Fifth level</a:t>
            </a:r>
          </a:p>
        </p:txBody>
      </p:sp>
      <p:sp>
        <p:nvSpPr>
          <p:cNvPr id="13" name="Text Placeholder 2">
            <a:extLst>
              <a:ext uri="{FF2B5EF4-FFF2-40B4-BE49-F238E27FC236}">
                <a16:creationId xmlns:a16="http://schemas.microsoft.com/office/drawing/2014/main" id="{7E40D19C-93F9-4B25-9ED0-90182328C966}"/>
              </a:ext>
            </a:extLst>
          </p:cNvPr>
          <p:cNvSpPr>
            <a:spLocks noGrp="1"/>
          </p:cNvSpPr>
          <p:nvPr>
            <p:ph type="body" sz="quarter" idx="57" hasCustomPrompt="1"/>
          </p:nvPr>
        </p:nvSpPr>
        <p:spPr>
          <a:xfrm>
            <a:off x="3325542" y="3474003"/>
            <a:ext cx="2596231" cy="2402921"/>
          </a:xfrm>
          <a:prstGeom prst="rect">
            <a:avLst/>
          </a:prstGeom>
        </p:spPr>
        <p:txBody>
          <a:bodyPr/>
          <a:lstStyle>
            <a:lvl2pPr>
              <a:buNone/>
              <a:defRPr>
                <a:solidFill>
                  <a:schemeClr val="accent1"/>
                </a:solidFill>
                <a:latin typeface="Poppins Medium" panose="00000600000000000000" pitchFamily="2" charset="0"/>
                <a:cs typeface="Poppins Medium" panose="00000600000000000000" pitchFamily="2" charset="0"/>
              </a:defRPr>
            </a:lvl2pPr>
          </a:lstStyle>
          <a:p>
            <a:pPr lvl="1"/>
            <a:r>
              <a:rPr lang="en-US"/>
              <a:t>Lorem Ipsum </a:t>
            </a:r>
          </a:p>
          <a:p>
            <a:pPr marL="365760" marR="0" lvl="2" indent="-182880" algn="l" defTabSz="914400" rtl="0" eaLnBrk="1" fontAlgn="auto" latinLnBrk="0" hangingPunct="1">
              <a:lnSpc>
                <a:spcPct val="100000"/>
              </a:lnSpc>
              <a:spcBef>
                <a:spcPts val="600"/>
              </a:spcBef>
              <a:spcAft>
                <a:spcPts val="0"/>
              </a:spcAft>
              <a:buClr>
                <a:srgbClr val="1F96E3"/>
              </a:buClr>
              <a:buSzTx/>
              <a:buFont typeface="Poppins" panose="00000500000000000000" pitchFamily="2" charset="0"/>
              <a:buChar char="⁄"/>
              <a:tabLst/>
              <a:defRPr/>
            </a:pPr>
            <a:r>
              <a:rPr kumimoji="0" lang="en-US" sz="1600" b="0" i="0" u="none" strike="noStrike" kern="1200" cap="none" spc="0" normalizeH="0" baseline="0" noProof="0">
                <a:ln>
                  <a:noFill/>
                </a:ln>
                <a:solidFill>
                  <a:srgbClr val="002957"/>
                </a:solidFill>
                <a:effectLst/>
                <a:uLnTx/>
                <a:uFillTx/>
                <a:latin typeface="Poppins Light"/>
                <a:ea typeface="+mn-ea"/>
                <a:cs typeface="+mn-cs"/>
              </a:rPr>
              <a:t>Third level</a:t>
            </a:r>
          </a:p>
          <a:p>
            <a:pPr marL="548640" marR="0" lvl="3" indent="-182880" algn="l" defTabSz="914400" rtl="0" eaLnBrk="1" fontAlgn="auto" latinLnBrk="0" hangingPunct="1">
              <a:lnSpc>
                <a:spcPct val="100000"/>
              </a:lnSpc>
              <a:spcBef>
                <a:spcPts val="600"/>
              </a:spcBef>
              <a:spcAft>
                <a:spcPts val="0"/>
              </a:spcAft>
              <a:buClr>
                <a:srgbClr val="1F96E3"/>
              </a:buClr>
              <a:buSzTx/>
              <a:buFont typeface="Arial" panose="020B0604020202020204" pitchFamily="34" charset="0"/>
              <a:buChar char="•"/>
              <a:tabLst/>
              <a:defRPr/>
            </a:pPr>
            <a:r>
              <a:rPr kumimoji="0" lang="en-US" sz="1400" b="0" i="0" u="none" strike="noStrike" kern="1200" cap="none" spc="0" normalizeH="0" baseline="0" noProof="0">
                <a:ln>
                  <a:noFill/>
                </a:ln>
                <a:solidFill>
                  <a:srgbClr val="002957"/>
                </a:solidFill>
                <a:effectLst/>
                <a:uLnTx/>
                <a:uFillTx/>
                <a:latin typeface="Poppins Light"/>
                <a:ea typeface="+mn-ea"/>
                <a:cs typeface="+mn-cs"/>
              </a:rPr>
              <a:t>Fourth level</a:t>
            </a:r>
          </a:p>
          <a:p>
            <a:pPr marL="777240" marR="0" lvl="4" indent="-228600" algn="l" defTabSz="914400" rtl="0" eaLnBrk="1" fontAlgn="auto" latinLnBrk="0" hangingPunct="1">
              <a:lnSpc>
                <a:spcPct val="100000"/>
              </a:lnSpc>
              <a:spcBef>
                <a:spcPts val="600"/>
              </a:spcBef>
              <a:spcAft>
                <a:spcPts val="0"/>
              </a:spcAft>
              <a:buClr>
                <a:srgbClr val="1F96E3"/>
              </a:buClr>
              <a:buSzTx/>
              <a:buFont typeface="Arial" panose="020B0604020202020204" pitchFamily="34" charset="0"/>
              <a:buChar char="•"/>
              <a:tabLst/>
              <a:defRPr/>
            </a:pPr>
            <a:r>
              <a:rPr kumimoji="0" lang="en-US" sz="1200" b="0" i="0" u="none" strike="noStrike" kern="1200" cap="none" spc="0" normalizeH="0" baseline="0" noProof="0">
                <a:ln>
                  <a:noFill/>
                </a:ln>
                <a:solidFill>
                  <a:srgbClr val="002957"/>
                </a:solidFill>
                <a:effectLst/>
                <a:uLnTx/>
                <a:uFillTx/>
                <a:latin typeface="Poppins Light"/>
                <a:ea typeface="+mn-ea"/>
                <a:cs typeface="+mn-cs"/>
              </a:rPr>
              <a:t>Fifth level</a:t>
            </a:r>
          </a:p>
        </p:txBody>
      </p:sp>
      <p:sp>
        <p:nvSpPr>
          <p:cNvPr id="14" name="Text Placeholder 2">
            <a:extLst>
              <a:ext uri="{FF2B5EF4-FFF2-40B4-BE49-F238E27FC236}">
                <a16:creationId xmlns:a16="http://schemas.microsoft.com/office/drawing/2014/main" id="{7B5D3A65-CE80-4FFB-8769-96B32609B2CD}"/>
              </a:ext>
            </a:extLst>
          </p:cNvPr>
          <p:cNvSpPr>
            <a:spLocks noGrp="1"/>
          </p:cNvSpPr>
          <p:nvPr>
            <p:ph type="body" sz="quarter" idx="58" hasCustomPrompt="1"/>
          </p:nvPr>
        </p:nvSpPr>
        <p:spPr>
          <a:xfrm>
            <a:off x="6192310" y="3474003"/>
            <a:ext cx="2596231" cy="2402921"/>
          </a:xfrm>
          <a:prstGeom prst="rect">
            <a:avLst/>
          </a:prstGeom>
        </p:spPr>
        <p:txBody>
          <a:bodyPr/>
          <a:lstStyle>
            <a:lvl2pPr>
              <a:buNone/>
              <a:defRPr>
                <a:solidFill>
                  <a:schemeClr val="accent1"/>
                </a:solidFill>
                <a:latin typeface="Poppins Medium" panose="00000600000000000000" pitchFamily="2" charset="0"/>
                <a:cs typeface="Poppins Medium" panose="00000600000000000000" pitchFamily="2" charset="0"/>
              </a:defRPr>
            </a:lvl2pPr>
          </a:lstStyle>
          <a:p>
            <a:pPr lvl="1"/>
            <a:r>
              <a:rPr lang="en-US"/>
              <a:t>Lorem Ipsum </a:t>
            </a:r>
          </a:p>
          <a:p>
            <a:pPr marL="365760" marR="0" lvl="2" indent="-182880" algn="l" defTabSz="914400" rtl="0" eaLnBrk="1" fontAlgn="auto" latinLnBrk="0" hangingPunct="1">
              <a:lnSpc>
                <a:spcPct val="100000"/>
              </a:lnSpc>
              <a:spcBef>
                <a:spcPts val="600"/>
              </a:spcBef>
              <a:spcAft>
                <a:spcPts val="0"/>
              </a:spcAft>
              <a:buClr>
                <a:srgbClr val="1F96E3"/>
              </a:buClr>
              <a:buSzTx/>
              <a:buFont typeface="Poppins" panose="00000500000000000000" pitchFamily="2" charset="0"/>
              <a:buChar char="⁄"/>
              <a:tabLst/>
              <a:defRPr/>
            </a:pPr>
            <a:r>
              <a:rPr kumimoji="0" lang="en-US" sz="1600" b="0" i="0" u="none" strike="noStrike" kern="1200" cap="none" spc="0" normalizeH="0" baseline="0" noProof="0">
                <a:ln>
                  <a:noFill/>
                </a:ln>
                <a:solidFill>
                  <a:srgbClr val="002957"/>
                </a:solidFill>
                <a:effectLst/>
                <a:uLnTx/>
                <a:uFillTx/>
                <a:latin typeface="Poppins Light"/>
                <a:ea typeface="+mn-ea"/>
                <a:cs typeface="+mn-cs"/>
              </a:rPr>
              <a:t>Third level</a:t>
            </a:r>
          </a:p>
          <a:p>
            <a:pPr marL="548640" marR="0" lvl="3" indent="-182880" algn="l" defTabSz="914400" rtl="0" eaLnBrk="1" fontAlgn="auto" latinLnBrk="0" hangingPunct="1">
              <a:lnSpc>
                <a:spcPct val="100000"/>
              </a:lnSpc>
              <a:spcBef>
                <a:spcPts val="600"/>
              </a:spcBef>
              <a:spcAft>
                <a:spcPts val="0"/>
              </a:spcAft>
              <a:buClr>
                <a:srgbClr val="1F96E3"/>
              </a:buClr>
              <a:buSzTx/>
              <a:buFont typeface="Arial" panose="020B0604020202020204" pitchFamily="34" charset="0"/>
              <a:buChar char="•"/>
              <a:tabLst/>
              <a:defRPr/>
            </a:pPr>
            <a:r>
              <a:rPr kumimoji="0" lang="en-US" sz="1400" b="0" i="0" u="none" strike="noStrike" kern="1200" cap="none" spc="0" normalizeH="0" baseline="0" noProof="0">
                <a:ln>
                  <a:noFill/>
                </a:ln>
                <a:solidFill>
                  <a:srgbClr val="002957"/>
                </a:solidFill>
                <a:effectLst/>
                <a:uLnTx/>
                <a:uFillTx/>
                <a:latin typeface="Poppins Light"/>
                <a:ea typeface="+mn-ea"/>
                <a:cs typeface="+mn-cs"/>
              </a:rPr>
              <a:t>Fourth level</a:t>
            </a:r>
          </a:p>
          <a:p>
            <a:pPr marL="777240" marR="0" lvl="4" indent="-228600" algn="l" defTabSz="914400" rtl="0" eaLnBrk="1" fontAlgn="auto" latinLnBrk="0" hangingPunct="1">
              <a:lnSpc>
                <a:spcPct val="100000"/>
              </a:lnSpc>
              <a:spcBef>
                <a:spcPts val="600"/>
              </a:spcBef>
              <a:spcAft>
                <a:spcPts val="0"/>
              </a:spcAft>
              <a:buClr>
                <a:srgbClr val="1F96E3"/>
              </a:buClr>
              <a:buSzTx/>
              <a:buFont typeface="Arial" panose="020B0604020202020204" pitchFamily="34" charset="0"/>
              <a:buChar char="•"/>
              <a:tabLst/>
              <a:defRPr/>
            </a:pPr>
            <a:r>
              <a:rPr kumimoji="0" lang="en-US" sz="1200" b="0" i="0" u="none" strike="noStrike" kern="1200" cap="none" spc="0" normalizeH="0" baseline="0" noProof="0">
                <a:ln>
                  <a:noFill/>
                </a:ln>
                <a:solidFill>
                  <a:srgbClr val="002957"/>
                </a:solidFill>
                <a:effectLst/>
                <a:uLnTx/>
                <a:uFillTx/>
                <a:latin typeface="Poppins Light"/>
                <a:ea typeface="+mn-ea"/>
                <a:cs typeface="+mn-cs"/>
              </a:rPr>
              <a:t>Fifth level</a:t>
            </a:r>
          </a:p>
        </p:txBody>
      </p:sp>
      <p:sp>
        <p:nvSpPr>
          <p:cNvPr id="15" name="Text Placeholder 2">
            <a:extLst>
              <a:ext uri="{FF2B5EF4-FFF2-40B4-BE49-F238E27FC236}">
                <a16:creationId xmlns:a16="http://schemas.microsoft.com/office/drawing/2014/main" id="{FB6B78A4-44C0-41AA-BCBD-7AD92C4DD53C}"/>
              </a:ext>
            </a:extLst>
          </p:cNvPr>
          <p:cNvSpPr>
            <a:spLocks noGrp="1"/>
          </p:cNvSpPr>
          <p:nvPr>
            <p:ph type="body" sz="quarter" idx="59" hasCustomPrompt="1"/>
          </p:nvPr>
        </p:nvSpPr>
        <p:spPr>
          <a:xfrm>
            <a:off x="9034364" y="3474003"/>
            <a:ext cx="2596231" cy="2402921"/>
          </a:xfrm>
          <a:prstGeom prst="rect">
            <a:avLst/>
          </a:prstGeom>
        </p:spPr>
        <p:txBody>
          <a:bodyPr/>
          <a:lstStyle>
            <a:lvl2pPr>
              <a:buNone/>
              <a:defRPr>
                <a:solidFill>
                  <a:schemeClr val="accent1"/>
                </a:solidFill>
                <a:latin typeface="Poppins Medium" panose="00000600000000000000" pitchFamily="2" charset="0"/>
                <a:cs typeface="Poppins Medium" panose="00000600000000000000" pitchFamily="2" charset="0"/>
              </a:defRPr>
            </a:lvl2pPr>
          </a:lstStyle>
          <a:p>
            <a:pPr lvl="1"/>
            <a:r>
              <a:rPr lang="en-US"/>
              <a:t>Lorem Ipsum </a:t>
            </a:r>
          </a:p>
          <a:p>
            <a:pPr marL="365760" marR="0" lvl="2" indent="-182880" algn="l" defTabSz="914400" rtl="0" eaLnBrk="1" fontAlgn="auto" latinLnBrk="0" hangingPunct="1">
              <a:lnSpc>
                <a:spcPct val="100000"/>
              </a:lnSpc>
              <a:spcBef>
                <a:spcPts val="600"/>
              </a:spcBef>
              <a:spcAft>
                <a:spcPts val="0"/>
              </a:spcAft>
              <a:buClr>
                <a:srgbClr val="1F96E3"/>
              </a:buClr>
              <a:buSzTx/>
              <a:buFont typeface="Poppins" panose="00000500000000000000" pitchFamily="2" charset="0"/>
              <a:buChar char="⁄"/>
              <a:tabLst/>
              <a:defRPr/>
            </a:pPr>
            <a:r>
              <a:rPr kumimoji="0" lang="en-US" sz="1600" b="0" i="0" u="none" strike="noStrike" kern="1200" cap="none" spc="0" normalizeH="0" baseline="0" noProof="0">
                <a:ln>
                  <a:noFill/>
                </a:ln>
                <a:solidFill>
                  <a:srgbClr val="002957"/>
                </a:solidFill>
                <a:effectLst/>
                <a:uLnTx/>
                <a:uFillTx/>
                <a:latin typeface="Poppins Light"/>
                <a:ea typeface="+mn-ea"/>
                <a:cs typeface="+mn-cs"/>
              </a:rPr>
              <a:t>Third level</a:t>
            </a:r>
          </a:p>
          <a:p>
            <a:pPr marL="548640" marR="0" lvl="3" indent="-182880" algn="l" defTabSz="914400" rtl="0" eaLnBrk="1" fontAlgn="auto" latinLnBrk="0" hangingPunct="1">
              <a:lnSpc>
                <a:spcPct val="100000"/>
              </a:lnSpc>
              <a:spcBef>
                <a:spcPts val="600"/>
              </a:spcBef>
              <a:spcAft>
                <a:spcPts val="0"/>
              </a:spcAft>
              <a:buClr>
                <a:srgbClr val="1F96E3"/>
              </a:buClr>
              <a:buSzTx/>
              <a:buFont typeface="Arial" panose="020B0604020202020204" pitchFamily="34" charset="0"/>
              <a:buChar char="•"/>
              <a:tabLst/>
              <a:defRPr/>
            </a:pPr>
            <a:r>
              <a:rPr kumimoji="0" lang="en-US" sz="1400" b="0" i="0" u="none" strike="noStrike" kern="1200" cap="none" spc="0" normalizeH="0" baseline="0" noProof="0">
                <a:ln>
                  <a:noFill/>
                </a:ln>
                <a:solidFill>
                  <a:srgbClr val="002957"/>
                </a:solidFill>
                <a:effectLst/>
                <a:uLnTx/>
                <a:uFillTx/>
                <a:latin typeface="Poppins Light"/>
                <a:ea typeface="+mn-ea"/>
                <a:cs typeface="+mn-cs"/>
              </a:rPr>
              <a:t>Fourth level</a:t>
            </a:r>
          </a:p>
          <a:p>
            <a:pPr marL="777240" marR="0" lvl="4" indent="-228600" algn="l" defTabSz="914400" rtl="0" eaLnBrk="1" fontAlgn="auto" latinLnBrk="0" hangingPunct="1">
              <a:lnSpc>
                <a:spcPct val="100000"/>
              </a:lnSpc>
              <a:spcBef>
                <a:spcPts val="600"/>
              </a:spcBef>
              <a:spcAft>
                <a:spcPts val="0"/>
              </a:spcAft>
              <a:buClr>
                <a:srgbClr val="1F96E3"/>
              </a:buClr>
              <a:buSzTx/>
              <a:buFont typeface="Arial" panose="020B0604020202020204" pitchFamily="34" charset="0"/>
              <a:buChar char="•"/>
              <a:tabLst/>
              <a:defRPr/>
            </a:pPr>
            <a:r>
              <a:rPr kumimoji="0" lang="en-US" sz="1200" b="0" i="0" u="none" strike="noStrike" kern="1200" cap="none" spc="0" normalizeH="0" baseline="0" noProof="0">
                <a:ln>
                  <a:noFill/>
                </a:ln>
                <a:solidFill>
                  <a:srgbClr val="002957"/>
                </a:solidFill>
                <a:effectLst/>
                <a:uLnTx/>
                <a:uFillTx/>
                <a:latin typeface="Poppins Light"/>
                <a:ea typeface="+mn-ea"/>
                <a:cs typeface="+mn-cs"/>
              </a:rPr>
              <a:t>Fifth level</a:t>
            </a:r>
          </a:p>
        </p:txBody>
      </p:sp>
      <p:pic>
        <p:nvPicPr>
          <p:cNvPr id="6" name="Graphic 5">
            <a:extLst>
              <a:ext uri="{FF2B5EF4-FFF2-40B4-BE49-F238E27FC236}">
                <a16:creationId xmlns:a16="http://schemas.microsoft.com/office/drawing/2014/main" id="{A835F5D9-C7B1-6B0F-FA79-5AB86927FB27}"/>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19474" y="6455740"/>
            <a:ext cx="774583" cy="245285"/>
          </a:xfrm>
          <a:prstGeom prst="rect">
            <a:avLst/>
          </a:prstGeom>
        </p:spPr>
      </p:pic>
      <p:sp>
        <p:nvSpPr>
          <p:cNvPr id="7" name="TextBox 6">
            <a:extLst>
              <a:ext uri="{FF2B5EF4-FFF2-40B4-BE49-F238E27FC236}">
                <a16:creationId xmlns:a16="http://schemas.microsoft.com/office/drawing/2014/main" id="{3033A43E-0CA5-422F-E04A-B0D2B3996139}"/>
              </a:ext>
            </a:extLst>
          </p:cNvPr>
          <p:cNvSpPr txBox="1"/>
          <p:nvPr userDrawn="1"/>
        </p:nvSpPr>
        <p:spPr>
          <a:xfrm flipH="1">
            <a:off x="10794564" y="6349782"/>
            <a:ext cx="1177962" cy="457201"/>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solidFill>
                  <a:schemeClr val="accent3"/>
                </a:solidFill>
                <a:latin typeface="Poppins Medium" panose="00000600000000000000" pitchFamily="2" charset="0"/>
                <a:cs typeface="Poppins Medium" panose="00000600000000000000" pitchFamily="2" charset="0"/>
              </a:rPr>
              <a:t>Confidential	</a:t>
            </a:r>
            <a:r>
              <a:rPr lang="en-US" sz="900">
                <a:solidFill>
                  <a:schemeClr val="tx1"/>
                </a:solidFill>
                <a:latin typeface="Poppins Medium" panose="00000600000000000000" pitchFamily="2" charset="0"/>
                <a:cs typeface="Poppins Medium" panose="00000600000000000000" pitchFamily="2" charset="0"/>
              </a:rPr>
              <a:t>/ </a:t>
            </a:r>
            <a:fld id="{48F63A3B-78C7-47BE-AE5E-E10140E04643}" type="slidenum">
              <a:rPr lang="en-US" sz="900" smtClean="0">
                <a:solidFill>
                  <a:schemeClr val="tx1"/>
                </a:solidFill>
                <a:latin typeface="+mn-lt"/>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900">
                <a:solidFill>
                  <a:schemeClr val="tx1"/>
                </a:solidFill>
              </a:rPr>
              <a:t> </a:t>
            </a:r>
          </a:p>
        </p:txBody>
      </p:sp>
      <p:sp>
        <p:nvSpPr>
          <p:cNvPr id="2" name="Title Placeholder 1">
            <a:extLst>
              <a:ext uri="{FF2B5EF4-FFF2-40B4-BE49-F238E27FC236}">
                <a16:creationId xmlns:a16="http://schemas.microsoft.com/office/drawing/2014/main" id="{36553263-53FB-7E4D-C06C-3050910ACC47}"/>
              </a:ext>
            </a:extLst>
          </p:cNvPr>
          <p:cNvSpPr>
            <a:spLocks noGrp="1"/>
          </p:cNvSpPr>
          <p:nvPr>
            <p:ph type="title"/>
          </p:nvPr>
        </p:nvSpPr>
        <p:spPr>
          <a:xfrm>
            <a:off x="438913" y="455885"/>
            <a:ext cx="11322164" cy="792843"/>
          </a:xfrm>
          <a:prstGeom prst="rect">
            <a:avLst/>
          </a:prstGeom>
        </p:spPr>
        <p:txBody>
          <a:bodyPr vert="horz" lIns="0" tIns="0" rIns="0" bIns="0" rtlCol="0" anchor="t" anchorCtr="0">
            <a:noAutofit/>
          </a:bodyPr>
          <a:lstStyle/>
          <a:p>
            <a:r>
              <a:rPr lang="en-US"/>
              <a:t>Click to edit Master title style</a:t>
            </a:r>
          </a:p>
        </p:txBody>
      </p:sp>
    </p:spTree>
    <p:extLst>
      <p:ext uri="{BB962C8B-B14F-4D97-AF65-F5344CB8AC3E}">
        <p14:creationId xmlns:p14="http://schemas.microsoft.com/office/powerpoint/2010/main" val="9395667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pos="937">
          <p15:clr>
            <a:srgbClr val="FBAE40"/>
          </p15:clr>
        </p15:guide>
        <p15:guide id="3" pos="6743">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image columns">
    <p:bg>
      <p:bgRef idx="1001">
        <a:schemeClr val="bg1"/>
      </p:bgRef>
    </p:bg>
    <p:spTree>
      <p:nvGrpSpPr>
        <p:cNvPr id="1" name=""/>
        <p:cNvGrpSpPr/>
        <p:nvPr/>
      </p:nvGrpSpPr>
      <p:grpSpPr>
        <a:xfrm>
          <a:off x="0" y="0"/>
          <a:ext cx="0" cy="0"/>
          <a:chOff x="0" y="0"/>
          <a:chExt cx="0" cy="0"/>
        </a:xfrm>
      </p:grpSpPr>
      <p:sp>
        <p:nvSpPr>
          <p:cNvPr id="28" name="Picture Placeholder 38">
            <a:extLst>
              <a:ext uri="{FF2B5EF4-FFF2-40B4-BE49-F238E27FC236}">
                <a16:creationId xmlns:a16="http://schemas.microsoft.com/office/drawing/2014/main" id="{B0BA6577-CAD9-429A-81FD-61D104600569}"/>
              </a:ext>
            </a:extLst>
          </p:cNvPr>
          <p:cNvSpPr>
            <a:spLocks noGrp="1"/>
          </p:cNvSpPr>
          <p:nvPr>
            <p:ph type="pic" sz="quarter" idx="53" hasCustomPrompt="1"/>
          </p:nvPr>
        </p:nvSpPr>
        <p:spPr>
          <a:xfrm>
            <a:off x="7992932" y="1248727"/>
            <a:ext cx="3575121" cy="1970921"/>
          </a:xfrm>
          <a:prstGeom prst="roundRect">
            <a:avLst>
              <a:gd name="adj" fmla="val 3211"/>
            </a:avLst>
          </a:prstGeom>
        </p:spPr>
        <p:txBody>
          <a:bodyPr anchor="ctr"/>
          <a:lstStyle>
            <a:lvl1pPr algn="ctr">
              <a:defRPr>
                <a:solidFill>
                  <a:schemeClr val="tx1"/>
                </a:solidFill>
              </a:defRPr>
            </a:lvl1pPr>
          </a:lstStyle>
          <a:p>
            <a:r>
              <a:rPr lang="en-US"/>
              <a:t>Click to Add</a:t>
            </a:r>
          </a:p>
        </p:txBody>
      </p:sp>
      <p:sp>
        <p:nvSpPr>
          <p:cNvPr id="13" name="Picture Placeholder 38">
            <a:extLst>
              <a:ext uri="{FF2B5EF4-FFF2-40B4-BE49-F238E27FC236}">
                <a16:creationId xmlns:a16="http://schemas.microsoft.com/office/drawing/2014/main" id="{ADB08DEB-3BEB-4CE7-A004-C1969B96D522}"/>
              </a:ext>
            </a:extLst>
          </p:cNvPr>
          <p:cNvSpPr>
            <a:spLocks noGrp="1"/>
          </p:cNvSpPr>
          <p:nvPr>
            <p:ph type="pic" sz="quarter" idx="55" hasCustomPrompt="1"/>
          </p:nvPr>
        </p:nvSpPr>
        <p:spPr>
          <a:xfrm>
            <a:off x="4195483" y="1248727"/>
            <a:ext cx="3575121" cy="1970921"/>
          </a:xfrm>
          <a:prstGeom prst="roundRect">
            <a:avLst>
              <a:gd name="adj" fmla="val 3211"/>
            </a:avLst>
          </a:prstGeom>
        </p:spPr>
        <p:txBody>
          <a:bodyPr anchor="ctr"/>
          <a:lstStyle>
            <a:lvl1pPr algn="ctr">
              <a:defRPr>
                <a:solidFill>
                  <a:schemeClr val="tx1"/>
                </a:solidFill>
              </a:defRPr>
            </a:lvl1pPr>
          </a:lstStyle>
          <a:p>
            <a:r>
              <a:rPr lang="en-US"/>
              <a:t>Click to Add</a:t>
            </a:r>
          </a:p>
        </p:txBody>
      </p:sp>
      <p:sp>
        <p:nvSpPr>
          <p:cNvPr id="15" name="Picture Placeholder 38">
            <a:extLst>
              <a:ext uri="{FF2B5EF4-FFF2-40B4-BE49-F238E27FC236}">
                <a16:creationId xmlns:a16="http://schemas.microsoft.com/office/drawing/2014/main" id="{3DB23E42-C6E4-49A3-806C-DDA20F1D229E}"/>
              </a:ext>
            </a:extLst>
          </p:cNvPr>
          <p:cNvSpPr>
            <a:spLocks noGrp="1"/>
          </p:cNvSpPr>
          <p:nvPr>
            <p:ph type="pic" sz="quarter" idx="57" hasCustomPrompt="1"/>
          </p:nvPr>
        </p:nvSpPr>
        <p:spPr>
          <a:xfrm>
            <a:off x="398034" y="1248727"/>
            <a:ext cx="3575121" cy="1970921"/>
          </a:xfrm>
          <a:prstGeom prst="roundRect">
            <a:avLst>
              <a:gd name="adj" fmla="val 3211"/>
            </a:avLst>
          </a:prstGeom>
        </p:spPr>
        <p:txBody>
          <a:bodyPr anchor="ctr"/>
          <a:lstStyle>
            <a:lvl1pPr algn="ctr">
              <a:defRPr>
                <a:solidFill>
                  <a:schemeClr val="tx1"/>
                </a:solidFill>
              </a:defRPr>
            </a:lvl1pPr>
          </a:lstStyle>
          <a:p>
            <a:r>
              <a:rPr lang="en-US"/>
              <a:t>Click to Add</a:t>
            </a:r>
          </a:p>
        </p:txBody>
      </p:sp>
      <p:sp>
        <p:nvSpPr>
          <p:cNvPr id="19" name="Text Placeholder 2">
            <a:extLst>
              <a:ext uri="{FF2B5EF4-FFF2-40B4-BE49-F238E27FC236}">
                <a16:creationId xmlns:a16="http://schemas.microsoft.com/office/drawing/2014/main" id="{C29A17DF-580C-41C4-BAA5-AA35BB6E4F34}"/>
              </a:ext>
            </a:extLst>
          </p:cNvPr>
          <p:cNvSpPr>
            <a:spLocks noGrp="1"/>
          </p:cNvSpPr>
          <p:nvPr>
            <p:ph type="body" sz="quarter" idx="58" hasCustomPrompt="1"/>
          </p:nvPr>
        </p:nvSpPr>
        <p:spPr>
          <a:xfrm>
            <a:off x="4165802" y="3474003"/>
            <a:ext cx="3514215" cy="2402921"/>
          </a:xfrm>
          <a:prstGeom prst="rect">
            <a:avLst/>
          </a:prstGeom>
        </p:spPr>
        <p:txBody>
          <a:bodyPr/>
          <a:lstStyle>
            <a:lvl2pPr>
              <a:buNone/>
              <a:defRPr>
                <a:solidFill>
                  <a:schemeClr val="accent1"/>
                </a:solidFill>
                <a:latin typeface="Poppins Medium" panose="00000600000000000000" pitchFamily="2" charset="0"/>
                <a:cs typeface="Poppins Medium" panose="00000600000000000000" pitchFamily="2" charset="0"/>
              </a:defRPr>
            </a:lvl2pPr>
            <a:lvl3pPr marL="182880" indent="0">
              <a:buNone/>
              <a:defRPr/>
            </a:lvl3pPr>
          </a:lstStyle>
          <a:p>
            <a:pPr lvl="1"/>
            <a:r>
              <a:rPr lang="en-US"/>
              <a:t>Lorem Ipsum </a:t>
            </a:r>
          </a:p>
          <a:p>
            <a:pPr marL="365760" marR="0" lvl="2" indent="-182880" algn="l" defTabSz="914400" rtl="0" eaLnBrk="1" fontAlgn="auto" latinLnBrk="0" hangingPunct="1">
              <a:lnSpc>
                <a:spcPct val="100000"/>
              </a:lnSpc>
              <a:spcBef>
                <a:spcPts val="600"/>
              </a:spcBef>
              <a:spcAft>
                <a:spcPts val="0"/>
              </a:spcAft>
              <a:buClr>
                <a:srgbClr val="1F96E3"/>
              </a:buClr>
              <a:buSzTx/>
              <a:buFont typeface="Poppins" panose="00000500000000000000" pitchFamily="2" charset="0"/>
              <a:buChar char="⁄"/>
              <a:tabLst/>
              <a:defRPr/>
            </a:pPr>
            <a:r>
              <a:rPr kumimoji="0" lang="en-US" sz="1600" b="0" i="0" u="none" strike="noStrike" kern="1200" cap="none" spc="0" normalizeH="0" baseline="0" noProof="0">
                <a:ln>
                  <a:noFill/>
                </a:ln>
                <a:solidFill>
                  <a:srgbClr val="002957"/>
                </a:solidFill>
                <a:effectLst/>
                <a:uLnTx/>
                <a:uFillTx/>
                <a:latin typeface="Poppins Light"/>
                <a:ea typeface="+mn-ea"/>
                <a:cs typeface="+mn-cs"/>
              </a:rPr>
              <a:t>Third level</a:t>
            </a:r>
          </a:p>
          <a:p>
            <a:pPr marL="548640" marR="0" lvl="3" indent="-182880" algn="l" defTabSz="914400" rtl="0" eaLnBrk="1" fontAlgn="auto" latinLnBrk="0" hangingPunct="1">
              <a:lnSpc>
                <a:spcPct val="100000"/>
              </a:lnSpc>
              <a:spcBef>
                <a:spcPts val="600"/>
              </a:spcBef>
              <a:spcAft>
                <a:spcPts val="0"/>
              </a:spcAft>
              <a:buClr>
                <a:srgbClr val="1F96E3"/>
              </a:buClr>
              <a:buSzTx/>
              <a:buFont typeface="Arial" panose="020B0604020202020204" pitchFamily="34" charset="0"/>
              <a:buChar char="•"/>
              <a:tabLst/>
              <a:defRPr/>
            </a:pPr>
            <a:r>
              <a:rPr kumimoji="0" lang="en-US" sz="1400" b="0" i="0" u="none" strike="noStrike" kern="1200" cap="none" spc="0" normalizeH="0" baseline="0" noProof="0">
                <a:ln>
                  <a:noFill/>
                </a:ln>
                <a:solidFill>
                  <a:srgbClr val="002957"/>
                </a:solidFill>
                <a:effectLst/>
                <a:uLnTx/>
                <a:uFillTx/>
                <a:latin typeface="Poppins Light"/>
                <a:ea typeface="+mn-ea"/>
                <a:cs typeface="+mn-cs"/>
              </a:rPr>
              <a:t>Fourth level</a:t>
            </a:r>
          </a:p>
          <a:p>
            <a:pPr marL="777240" marR="0" lvl="4" indent="-228600" algn="l" defTabSz="914400" rtl="0" eaLnBrk="1" fontAlgn="auto" latinLnBrk="0" hangingPunct="1">
              <a:lnSpc>
                <a:spcPct val="100000"/>
              </a:lnSpc>
              <a:spcBef>
                <a:spcPts val="600"/>
              </a:spcBef>
              <a:spcAft>
                <a:spcPts val="0"/>
              </a:spcAft>
              <a:buClr>
                <a:srgbClr val="1F96E3"/>
              </a:buClr>
              <a:buSzTx/>
              <a:buFont typeface="Arial" panose="020B0604020202020204" pitchFamily="34" charset="0"/>
              <a:buChar char="•"/>
              <a:tabLst/>
              <a:defRPr/>
            </a:pPr>
            <a:r>
              <a:rPr kumimoji="0" lang="en-US" sz="1200" b="0" i="0" u="none" strike="noStrike" kern="1200" cap="none" spc="0" normalizeH="0" baseline="0" noProof="0">
                <a:ln>
                  <a:noFill/>
                </a:ln>
                <a:solidFill>
                  <a:srgbClr val="002957"/>
                </a:solidFill>
                <a:effectLst/>
                <a:uLnTx/>
                <a:uFillTx/>
                <a:latin typeface="Poppins Light"/>
                <a:ea typeface="+mn-ea"/>
                <a:cs typeface="+mn-cs"/>
              </a:rPr>
              <a:t>Fifth level</a:t>
            </a:r>
          </a:p>
        </p:txBody>
      </p:sp>
      <p:sp>
        <p:nvSpPr>
          <p:cNvPr id="20" name="Text Placeholder 2">
            <a:extLst>
              <a:ext uri="{FF2B5EF4-FFF2-40B4-BE49-F238E27FC236}">
                <a16:creationId xmlns:a16="http://schemas.microsoft.com/office/drawing/2014/main" id="{1C984095-8D58-4088-861A-D21CD31490B1}"/>
              </a:ext>
            </a:extLst>
          </p:cNvPr>
          <p:cNvSpPr>
            <a:spLocks noGrp="1"/>
          </p:cNvSpPr>
          <p:nvPr>
            <p:ph type="body" sz="quarter" idx="59" hasCustomPrompt="1"/>
          </p:nvPr>
        </p:nvSpPr>
        <p:spPr>
          <a:xfrm>
            <a:off x="7984040" y="3474003"/>
            <a:ext cx="3514215" cy="2402921"/>
          </a:xfrm>
          <a:prstGeom prst="rect">
            <a:avLst/>
          </a:prstGeom>
        </p:spPr>
        <p:txBody>
          <a:bodyPr/>
          <a:lstStyle>
            <a:lvl2pPr>
              <a:buNone/>
              <a:defRPr>
                <a:solidFill>
                  <a:schemeClr val="accent1"/>
                </a:solidFill>
                <a:latin typeface="Poppins Medium" panose="00000600000000000000" pitchFamily="2" charset="0"/>
                <a:cs typeface="Poppins Medium" panose="00000600000000000000" pitchFamily="2" charset="0"/>
              </a:defRPr>
            </a:lvl2pPr>
          </a:lstStyle>
          <a:p>
            <a:pPr lvl="1"/>
            <a:r>
              <a:rPr lang="en-US"/>
              <a:t>Lorem Ipsum </a:t>
            </a:r>
          </a:p>
          <a:p>
            <a:pPr marL="365760" marR="0" lvl="2" indent="-182880" algn="l" defTabSz="914400" rtl="0" eaLnBrk="1" fontAlgn="auto" latinLnBrk="0" hangingPunct="1">
              <a:lnSpc>
                <a:spcPct val="100000"/>
              </a:lnSpc>
              <a:spcBef>
                <a:spcPts val="600"/>
              </a:spcBef>
              <a:spcAft>
                <a:spcPts val="0"/>
              </a:spcAft>
              <a:buClr>
                <a:srgbClr val="1F96E3"/>
              </a:buClr>
              <a:buSzTx/>
              <a:buFont typeface="Poppins" panose="00000500000000000000" pitchFamily="2" charset="0"/>
              <a:buChar char="⁄"/>
              <a:tabLst/>
              <a:defRPr/>
            </a:pPr>
            <a:r>
              <a:rPr kumimoji="0" lang="en-US" sz="1600" b="0" i="0" u="none" strike="noStrike" kern="1200" cap="none" spc="0" normalizeH="0" baseline="0" noProof="0">
                <a:ln>
                  <a:noFill/>
                </a:ln>
                <a:solidFill>
                  <a:srgbClr val="002957"/>
                </a:solidFill>
                <a:effectLst/>
                <a:uLnTx/>
                <a:uFillTx/>
                <a:latin typeface="Poppins Light"/>
                <a:ea typeface="+mn-ea"/>
                <a:cs typeface="+mn-cs"/>
              </a:rPr>
              <a:t>Third level</a:t>
            </a:r>
          </a:p>
          <a:p>
            <a:pPr marL="548640" marR="0" lvl="3" indent="-182880" algn="l" defTabSz="914400" rtl="0" eaLnBrk="1" fontAlgn="auto" latinLnBrk="0" hangingPunct="1">
              <a:lnSpc>
                <a:spcPct val="100000"/>
              </a:lnSpc>
              <a:spcBef>
                <a:spcPts val="600"/>
              </a:spcBef>
              <a:spcAft>
                <a:spcPts val="0"/>
              </a:spcAft>
              <a:buClr>
                <a:srgbClr val="1F96E3"/>
              </a:buClr>
              <a:buSzTx/>
              <a:buFont typeface="Arial" panose="020B0604020202020204" pitchFamily="34" charset="0"/>
              <a:buChar char="•"/>
              <a:tabLst/>
              <a:defRPr/>
            </a:pPr>
            <a:r>
              <a:rPr kumimoji="0" lang="en-US" sz="1400" b="0" i="0" u="none" strike="noStrike" kern="1200" cap="none" spc="0" normalizeH="0" baseline="0" noProof="0">
                <a:ln>
                  <a:noFill/>
                </a:ln>
                <a:solidFill>
                  <a:srgbClr val="002957"/>
                </a:solidFill>
                <a:effectLst/>
                <a:uLnTx/>
                <a:uFillTx/>
                <a:latin typeface="Poppins Light"/>
                <a:ea typeface="+mn-ea"/>
                <a:cs typeface="+mn-cs"/>
              </a:rPr>
              <a:t>Fourth level</a:t>
            </a:r>
          </a:p>
          <a:p>
            <a:pPr marL="777240" marR="0" lvl="4" indent="-228600" algn="l" defTabSz="914400" rtl="0" eaLnBrk="1" fontAlgn="auto" latinLnBrk="0" hangingPunct="1">
              <a:lnSpc>
                <a:spcPct val="100000"/>
              </a:lnSpc>
              <a:spcBef>
                <a:spcPts val="600"/>
              </a:spcBef>
              <a:spcAft>
                <a:spcPts val="0"/>
              </a:spcAft>
              <a:buClr>
                <a:srgbClr val="1F96E3"/>
              </a:buClr>
              <a:buSzTx/>
              <a:buFont typeface="Arial" panose="020B0604020202020204" pitchFamily="34" charset="0"/>
              <a:buChar char="•"/>
              <a:tabLst/>
              <a:defRPr/>
            </a:pPr>
            <a:r>
              <a:rPr kumimoji="0" lang="en-US" sz="1200" b="0" i="0" u="none" strike="noStrike" kern="1200" cap="none" spc="0" normalizeH="0" baseline="0" noProof="0">
                <a:ln>
                  <a:noFill/>
                </a:ln>
                <a:solidFill>
                  <a:srgbClr val="002957"/>
                </a:solidFill>
                <a:effectLst/>
                <a:uLnTx/>
                <a:uFillTx/>
                <a:latin typeface="Poppins Light"/>
                <a:ea typeface="+mn-ea"/>
                <a:cs typeface="+mn-cs"/>
              </a:rPr>
              <a:t>Fifth level</a:t>
            </a:r>
          </a:p>
        </p:txBody>
      </p:sp>
      <p:sp>
        <p:nvSpPr>
          <p:cNvPr id="21" name="Text Placeholder 2">
            <a:extLst>
              <a:ext uri="{FF2B5EF4-FFF2-40B4-BE49-F238E27FC236}">
                <a16:creationId xmlns:a16="http://schemas.microsoft.com/office/drawing/2014/main" id="{177C7A94-77F5-4056-BC40-29E184BF82DC}"/>
              </a:ext>
            </a:extLst>
          </p:cNvPr>
          <p:cNvSpPr>
            <a:spLocks noGrp="1"/>
          </p:cNvSpPr>
          <p:nvPr>
            <p:ph type="body" sz="quarter" idx="60" hasCustomPrompt="1"/>
          </p:nvPr>
        </p:nvSpPr>
        <p:spPr>
          <a:xfrm>
            <a:off x="434061" y="3474003"/>
            <a:ext cx="3514215" cy="2402921"/>
          </a:xfrm>
          <a:prstGeom prst="rect">
            <a:avLst/>
          </a:prstGeom>
        </p:spPr>
        <p:txBody>
          <a:bodyPr/>
          <a:lstStyle>
            <a:lvl2pPr>
              <a:buNone/>
              <a:defRPr>
                <a:solidFill>
                  <a:schemeClr val="accent1"/>
                </a:solidFill>
                <a:latin typeface="Poppins Medium" panose="00000600000000000000" pitchFamily="2" charset="0"/>
                <a:cs typeface="Poppins Medium" panose="00000600000000000000" pitchFamily="2" charset="0"/>
              </a:defRPr>
            </a:lvl2pPr>
            <a:lvl3pPr marL="182880" indent="0">
              <a:buNone/>
              <a:defRPr/>
            </a:lvl3pPr>
          </a:lstStyle>
          <a:p>
            <a:pPr lvl="1"/>
            <a:r>
              <a:rPr lang="en-US"/>
              <a:t>Lorem Ipsum </a:t>
            </a:r>
          </a:p>
          <a:p>
            <a:pPr marL="365760" marR="0" lvl="2" indent="-182880" algn="l" defTabSz="914400" rtl="0" eaLnBrk="1" fontAlgn="auto" latinLnBrk="0" hangingPunct="1">
              <a:lnSpc>
                <a:spcPct val="100000"/>
              </a:lnSpc>
              <a:spcBef>
                <a:spcPts val="600"/>
              </a:spcBef>
              <a:spcAft>
                <a:spcPts val="0"/>
              </a:spcAft>
              <a:buClr>
                <a:srgbClr val="1F96E3"/>
              </a:buClr>
              <a:buSzTx/>
              <a:buFont typeface="Poppins" panose="00000500000000000000" pitchFamily="2" charset="0"/>
              <a:buChar char="⁄"/>
              <a:tabLst/>
              <a:defRPr/>
            </a:pPr>
            <a:r>
              <a:rPr kumimoji="0" lang="en-US" sz="1600" b="0" i="0" u="none" strike="noStrike" kern="1200" cap="none" spc="0" normalizeH="0" baseline="0" noProof="0">
                <a:ln>
                  <a:noFill/>
                </a:ln>
                <a:solidFill>
                  <a:srgbClr val="002957"/>
                </a:solidFill>
                <a:effectLst/>
                <a:uLnTx/>
                <a:uFillTx/>
                <a:latin typeface="Poppins Light"/>
                <a:ea typeface="+mn-ea"/>
                <a:cs typeface="+mn-cs"/>
              </a:rPr>
              <a:t>Third level</a:t>
            </a:r>
          </a:p>
          <a:p>
            <a:pPr marL="548640" marR="0" lvl="3" indent="-182880" algn="l" defTabSz="914400" rtl="0" eaLnBrk="1" fontAlgn="auto" latinLnBrk="0" hangingPunct="1">
              <a:lnSpc>
                <a:spcPct val="100000"/>
              </a:lnSpc>
              <a:spcBef>
                <a:spcPts val="600"/>
              </a:spcBef>
              <a:spcAft>
                <a:spcPts val="0"/>
              </a:spcAft>
              <a:buClr>
                <a:srgbClr val="1F96E3"/>
              </a:buClr>
              <a:buSzTx/>
              <a:buFont typeface="Arial" panose="020B0604020202020204" pitchFamily="34" charset="0"/>
              <a:buChar char="•"/>
              <a:tabLst/>
              <a:defRPr/>
            </a:pPr>
            <a:r>
              <a:rPr kumimoji="0" lang="en-US" sz="1400" b="0" i="0" u="none" strike="noStrike" kern="1200" cap="none" spc="0" normalizeH="0" baseline="0" noProof="0">
                <a:ln>
                  <a:noFill/>
                </a:ln>
                <a:solidFill>
                  <a:srgbClr val="002957"/>
                </a:solidFill>
                <a:effectLst/>
                <a:uLnTx/>
                <a:uFillTx/>
                <a:latin typeface="Poppins Light"/>
                <a:ea typeface="+mn-ea"/>
                <a:cs typeface="+mn-cs"/>
              </a:rPr>
              <a:t>Fourth level</a:t>
            </a:r>
          </a:p>
          <a:p>
            <a:pPr marL="777240" marR="0" lvl="4" indent="-228600" algn="l" defTabSz="914400" rtl="0" eaLnBrk="1" fontAlgn="auto" latinLnBrk="0" hangingPunct="1">
              <a:lnSpc>
                <a:spcPct val="100000"/>
              </a:lnSpc>
              <a:spcBef>
                <a:spcPts val="600"/>
              </a:spcBef>
              <a:spcAft>
                <a:spcPts val="0"/>
              </a:spcAft>
              <a:buClr>
                <a:srgbClr val="1F96E3"/>
              </a:buClr>
              <a:buSzTx/>
              <a:buFont typeface="Arial" panose="020B0604020202020204" pitchFamily="34" charset="0"/>
              <a:buChar char="•"/>
              <a:tabLst/>
              <a:defRPr/>
            </a:pPr>
            <a:r>
              <a:rPr kumimoji="0" lang="en-US" sz="1200" b="0" i="0" u="none" strike="noStrike" kern="1200" cap="none" spc="0" normalizeH="0" baseline="0" noProof="0">
                <a:ln>
                  <a:noFill/>
                </a:ln>
                <a:solidFill>
                  <a:srgbClr val="002957"/>
                </a:solidFill>
                <a:effectLst/>
                <a:uLnTx/>
                <a:uFillTx/>
                <a:latin typeface="Poppins Light"/>
                <a:ea typeface="+mn-ea"/>
                <a:cs typeface="+mn-cs"/>
              </a:rPr>
              <a:t>Fifth level</a:t>
            </a:r>
          </a:p>
        </p:txBody>
      </p:sp>
      <p:pic>
        <p:nvPicPr>
          <p:cNvPr id="5" name="Graphic 4">
            <a:extLst>
              <a:ext uri="{FF2B5EF4-FFF2-40B4-BE49-F238E27FC236}">
                <a16:creationId xmlns:a16="http://schemas.microsoft.com/office/drawing/2014/main" id="{A12376FB-3FF7-993C-30D5-12206BE74359}"/>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19474" y="6455740"/>
            <a:ext cx="774583" cy="245285"/>
          </a:xfrm>
          <a:prstGeom prst="rect">
            <a:avLst/>
          </a:prstGeom>
        </p:spPr>
      </p:pic>
      <p:sp>
        <p:nvSpPr>
          <p:cNvPr id="6" name="TextBox 5">
            <a:extLst>
              <a:ext uri="{FF2B5EF4-FFF2-40B4-BE49-F238E27FC236}">
                <a16:creationId xmlns:a16="http://schemas.microsoft.com/office/drawing/2014/main" id="{7C4E9371-024A-F033-605B-7D2D478AE9E2}"/>
              </a:ext>
            </a:extLst>
          </p:cNvPr>
          <p:cNvSpPr txBox="1"/>
          <p:nvPr userDrawn="1"/>
        </p:nvSpPr>
        <p:spPr>
          <a:xfrm flipH="1">
            <a:off x="10794564" y="6349782"/>
            <a:ext cx="1177962" cy="457201"/>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solidFill>
                  <a:schemeClr val="accent3"/>
                </a:solidFill>
                <a:latin typeface="Poppins Medium" panose="00000600000000000000" pitchFamily="2" charset="0"/>
                <a:cs typeface="Poppins Medium" panose="00000600000000000000" pitchFamily="2" charset="0"/>
              </a:rPr>
              <a:t>Confidential	</a:t>
            </a:r>
            <a:r>
              <a:rPr lang="en-US" sz="900">
                <a:solidFill>
                  <a:schemeClr val="tx1"/>
                </a:solidFill>
                <a:latin typeface="Poppins Medium" panose="00000600000000000000" pitchFamily="2" charset="0"/>
                <a:cs typeface="Poppins Medium" panose="00000600000000000000" pitchFamily="2" charset="0"/>
              </a:rPr>
              <a:t>/ </a:t>
            </a:r>
            <a:fld id="{48F63A3B-78C7-47BE-AE5E-E10140E04643}" type="slidenum">
              <a:rPr lang="en-US" sz="900" smtClean="0">
                <a:solidFill>
                  <a:schemeClr val="tx1"/>
                </a:solidFill>
                <a:latin typeface="+mn-lt"/>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900">
                <a:solidFill>
                  <a:schemeClr val="tx1"/>
                </a:solidFill>
              </a:rPr>
              <a:t> </a:t>
            </a:r>
          </a:p>
        </p:txBody>
      </p:sp>
      <p:sp>
        <p:nvSpPr>
          <p:cNvPr id="2" name="Title Placeholder 1">
            <a:extLst>
              <a:ext uri="{FF2B5EF4-FFF2-40B4-BE49-F238E27FC236}">
                <a16:creationId xmlns:a16="http://schemas.microsoft.com/office/drawing/2014/main" id="{5013F792-EDE9-0CF6-E437-CF39337A6173}"/>
              </a:ext>
            </a:extLst>
          </p:cNvPr>
          <p:cNvSpPr>
            <a:spLocks noGrp="1"/>
          </p:cNvSpPr>
          <p:nvPr>
            <p:ph type="title"/>
          </p:nvPr>
        </p:nvSpPr>
        <p:spPr>
          <a:xfrm>
            <a:off x="438913" y="455885"/>
            <a:ext cx="11322164" cy="792843"/>
          </a:xfrm>
          <a:prstGeom prst="rect">
            <a:avLst/>
          </a:prstGeom>
        </p:spPr>
        <p:txBody>
          <a:bodyPr vert="horz" lIns="0" tIns="0" rIns="0" bIns="0" rtlCol="0" anchor="t" anchorCtr="0">
            <a:noAutofit/>
          </a:bodyPr>
          <a:lstStyle/>
          <a:p>
            <a:r>
              <a:rPr lang="en-US"/>
              <a:t>Click to edit Master title style</a:t>
            </a:r>
          </a:p>
        </p:txBody>
      </p:sp>
    </p:spTree>
    <p:extLst>
      <p:ext uri="{BB962C8B-B14F-4D97-AF65-F5344CB8AC3E}">
        <p14:creationId xmlns:p14="http://schemas.microsoft.com/office/powerpoint/2010/main" val="3771593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pos="937">
          <p15:clr>
            <a:srgbClr val="FBAE40"/>
          </p15:clr>
        </p15:guide>
        <p15:guide id="3" pos="6743">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2_Divider without number blue">
    <p:bg>
      <p:bgPr>
        <a:solidFill>
          <a:schemeClr val="accent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23C30AA-EE47-DBA2-68FA-D1D46E237240}"/>
              </a:ext>
            </a:extLst>
          </p:cNvPr>
          <p:cNvSpPr>
            <a:spLocks noGrp="1"/>
          </p:cNvSpPr>
          <p:nvPr>
            <p:ph type="title" hasCustomPrompt="1"/>
          </p:nvPr>
        </p:nvSpPr>
        <p:spPr>
          <a:xfrm>
            <a:off x="433953" y="1494650"/>
            <a:ext cx="6881247" cy="3259099"/>
          </a:xfrm>
          <a:prstGeom prst="rect">
            <a:avLst/>
          </a:prstGeom>
        </p:spPr>
        <p:txBody>
          <a:bodyPr lIns="0" tIns="0" rIns="0" bIns="0"/>
          <a:lstStyle>
            <a:lvl1pPr>
              <a:lnSpc>
                <a:spcPct val="90000"/>
              </a:lnSpc>
              <a:defRPr sz="6300" baseline="0">
                <a:solidFill>
                  <a:schemeClr val="tx1"/>
                </a:solidFill>
              </a:defRPr>
            </a:lvl1pPr>
          </a:lstStyle>
          <a:p>
            <a:r>
              <a:rPr lang="en-US"/>
              <a:t>Divider </a:t>
            </a:r>
            <a:br>
              <a:rPr lang="en-US"/>
            </a:br>
            <a:r>
              <a:rPr lang="en-US"/>
              <a:t>lorem ipsum</a:t>
            </a:r>
          </a:p>
        </p:txBody>
      </p:sp>
      <p:pic>
        <p:nvPicPr>
          <p:cNvPr id="2" name="Graphic 1">
            <a:extLst>
              <a:ext uri="{FF2B5EF4-FFF2-40B4-BE49-F238E27FC236}">
                <a16:creationId xmlns:a16="http://schemas.microsoft.com/office/drawing/2014/main" id="{71817D1F-0EC4-73FC-B69F-9420F219A593}"/>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3748" y="6158260"/>
            <a:ext cx="994052" cy="314783"/>
          </a:xfrm>
          <a:prstGeom prst="rect">
            <a:avLst/>
          </a:prstGeom>
        </p:spPr>
      </p:pic>
    </p:spTree>
    <p:extLst>
      <p:ext uri="{BB962C8B-B14F-4D97-AF65-F5344CB8AC3E}">
        <p14:creationId xmlns:p14="http://schemas.microsoft.com/office/powerpoint/2010/main" val="185419503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288" userDrawn="1">
          <p15:clr>
            <a:srgbClr val="FBAE40"/>
          </p15:clr>
        </p15:guide>
        <p15:guide id="4" orient="horz" pos="14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_Divider without number blue">
    <p:bg>
      <p:bgRef idx="1001">
        <a:schemeClr val="bg1"/>
      </p:bgRef>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23C30AA-EE47-DBA2-68FA-D1D46E237240}"/>
              </a:ext>
            </a:extLst>
          </p:cNvPr>
          <p:cNvSpPr>
            <a:spLocks noGrp="1"/>
          </p:cNvSpPr>
          <p:nvPr>
            <p:ph type="title" hasCustomPrompt="1"/>
          </p:nvPr>
        </p:nvSpPr>
        <p:spPr>
          <a:xfrm>
            <a:off x="433953" y="1494650"/>
            <a:ext cx="6881247" cy="3259099"/>
          </a:xfrm>
          <a:prstGeom prst="rect">
            <a:avLst/>
          </a:prstGeom>
        </p:spPr>
        <p:txBody>
          <a:bodyPr lIns="0" tIns="0" rIns="0" bIns="0"/>
          <a:lstStyle>
            <a:lvl1pPr>
              <a:lnSpc>
                <a:spcPct val="90000"/>
              </a:lnSpc>
              <a:defRPr sz="6300" baseline="0">
                <a:solidFill>
                  <a:schemeClr val="tx1"/>
                </a:solidFill>
              </a:defRPr>
            </a:lvl1pPr>
          </a:lstStyle>
          <a:p>
            <a:r>
              <a:rPr lang="en-US"/>
              <a:t>Divider </a:t>
            </a:r>
            <a:br>
              <a:rPr lang="en-US"/>
            </a:br>
            <a:r>
              <a:rPr lang="en-US"/>
              <a:t>lorem ipsum</a:t>
            </a:r>
          </a:p>
        </p:txBody>
      </p:sp>
      <p:pic>
        <p:nvPicPr>
          <p:cNvPr id="2" name="Graphic 1">
            <a:extLst>
              <a:ext uri="{FF2B5EF4-FFF2-40B4-BE49-F238E27FC236}">
                <a16:creationId xmlns:a16="http://schemas.microsoft.com/office/drawing/2014/main" id="{71817D1F-0EC4-73FC-B69F-9420F219A593}"/>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3748" y="6158260"/>
            <a:ext cx="994052" cy="314783"/>
          </a:xfrm>
          <a:prstGeom prst="rect">
            <a:avLst/>
          </a:prstGeom>
        </p:spPr>
      </p:pic>
    </p:spTree>
    <p:extLst>
      <p:ext uri="{BB962C8B-B14F-4D97-AF65-F5344CB8AC3E}">
        <p14:creationId xmlns:p14="http://schemas.microsoft.com/office/powerpoint/2010/main" val="161464620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288" userDrawn="1">
          <p15:clr>
            <a:srgbClr val="FBAE40"/>
          </p15:clr>
        </p15:guide>
        <p15:guide id="4" orient="horz" pos="14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Quote + Logo">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1" name="Text Placeholder 8">
            <a:extLst>
              <a:ext uri="{FF2B5EF4-FFF2-40B4-BE49-F238E27FC236}">
                <a16:creationId xmlns:a16="http://schemas.microsoft.com/office/drawing/2014/main" id="{914E0839-F31F-D77F-8719-0EB248C9DF2B}"/>
              </a:ext>
            </a:extLst>
          </p:cNvPr>
          <p:cNvSpPr>
            <a:spLocks noGrp="1"/>
          </p:cNvSpPr>
          <p:nvPr>
            <p:ph type="body" sz="quarter" idx="11" hasCustomPrompt="1"/>
          </p:nvPr>
        </p:nvSpPr>
        <p:spPr>
          <a:xfrm>
            <a:off x="6704898" y="1764792"/>
            <a:ext cx="4953702" cy="3112008"/>
          </a:xfrm>
          <a:prstGeom prst="rect">
            <a:avLst/>
          </a:prstGeom>
        </p:spPr>
        <p:txBody>
          <a:bodyPr lIns="0" tIns="0" rIns="0" bIns="0"/>
          <a:lstStyle>
            <a:lvl1pPr algn="l">
              <a:spcAft>
                <a:spcPts val="1200"/>
              </a:spcAft>
              <a:defRPr sz="2500">
                <a:solidFill>
                  <a:schemeClr val="tx1"/>
                </a:solidFill>
              </a:defRPr>
            </a:lvl1pPr>
            <a:lvl2pPr marL="228600" indent="-228600" algn="l">
              <a:spcAft>
                <a:spcPts val="1200"/>
              </a:spcAft>
              <a:buFontTx/>
              <a:buBlip>
                <a:blip r:embed="rId3"/>
              </a:buBlip>
              <a:defRPr sz="1500">
                <a:solidFill>
                  <a:schemeClr val="tx1"/>
                </a:solidFill>
              </a:defRPr>
            </a:lvl2pPr>
            <a:lvl3pPr marL="685800" indent="-228600" algn="l">
              <a:spcAft>
                <a:spcPts val="1200"/>
              </a:spcAft>
              <a:buFontTx/>
              <a:buBlip>
                <a:blip r:embed="rId3"/>
              </a:buBlip>
              <a:defRPr sz="1500">
                <a:solidFill>
                  <a:schemeClr val="tx1"/>
                </a:solidFill>
              </a:defRPr>
            </a:lvl3pPr>
            <a:lvl4pPr marL="1143000" indent="-228600" algn="l">
              <a:spcAft>
                <a:spcPts val="1200"/>
              </a:spcAft>
              <a:buFontTx/>
              <a:buBlip>
                <a:blip r:embed="rId3"/>
              </a:buBlip>
              <a:defRPr sz="1500">
                <a:solidFill>
                  <a:schemeClr val="tx1"/>
                </a:solidFill>
              </a:defRPr>
            </a:lvl4pPr>
            <a:lvl5pPr marL="1600200" indent="-228600" algn="l">
              <a:spcAft>
                <a:spcPts val="1200"/>
              </a:spcAft>
              <a:buFontTx/>
              <a:buBlip>
                <a:blip r:embed="rId3"/>
              </a:buBlip>
              <a:defRPr sz="1500">
                <a:solidFill>
                  <a:schemeClr val="tx1"/>
                </a:solidFill>
              </a:defRPr>
            </a:lvl5pPr>
          </a:lstStyle>
          <a:p>
            <a:pPr lvl="0"/>
            <a:r>
              <a:rPr lang="en-US"/>
              <a:t>In </a:t>
            </a:r>
            <a:r>
              <a:rPr lang="en-US" err="1"/>
              <a:t>eu</a:t>
            </a:r>
            <a:r>
              <a:rPr lang="en-US"/>
              <a:t> </a:t>
            </a:r>
            <a:r>
              <a:rPr lang="en-US" err="1"/>
              <a:t>loremipsum</a:t>
            </a:r>
            <a:r>
              <a:rPr lang="en-US"/>
              <a:t> </a:t>
            </a:r>
            <a:r>
              <a:rPr lang="en-US" err="1"/>
              <a:t>nibh</a:t>
            </a:r>
            <a:r>
              <a:rPr lang="en-US"/>
              <a:t>. Aenean </a:t>
            </a:r>
            <a:r>
              <a:rPr lang="en-US" err="1"/>
              <a:t>mollis</a:t>
            </a:r>
            <a:r>
              <a:rPr lang="en-US"/>
              <a:t> </a:t>
            </a:r>
            <a:r>
              <a:rPr lang="en-US" err="1"/>
              <a:t>tortor</a:t>
            </a:r>
            <a:r>
              <a:rPr lang="en-US"/>
              <a:t> </a:t>
            </a:r>
            <a:r>
              <a:rPr lang="en-US" err="1"/>
              <a:t>ut</a:t>
            </a:r>
            <a:r>
              <a:rPr lang="en-US"/>
              <a:t> lorem </a:t>
            </a:r>
            <a:r>
              <a:rPr lang="en-US" err="1"/>
              <a:t>pellentesque</a:t>
            </a:r>
            <a:r>
              <a:rPr lang="en-US"/>
              <a:t> </a:t>
            </a:r>
            <a:r>
              <a:rPr lang="en-US" err="1"/>
              <a:t>bibendum</a:t>
            </a:r>
            <a:r>
              <a:rPr lang="en-US"/>
              <a:t>. Nam dui </a:t>
            </a:r>
            <a:r>
              <a:rPr lang="en-US" err="1"/>
              <a:t>lectus</a:t>
            </a:r>
            <a:r>
              <a:rPr lang="en-US"/>
              <a:t>, vestibulum </a:t>
            </a:r>
            <a:r>
              <a:rPr lang="en-US" err="1"/>
              <a:t>feugiat</a:t>
            </a:r>
            <a:r>
              <a:rPr lang="en-US"/>
              <a:t> </a:t>
            </a:r>
            <a:r>
              <a:rPr lang="en-US" err="1"/>
              <a:t>sem</a:t>
            </a:r>
            <a:r>
              <a:rPr lang="en-US"/>
              <a:t> vel, </a:t>
            </a:r>
            <a:r>
              <a:rPr lang="en-US" err="1"/>
              <a:t>eleifend</a:t>
            </a:r>
            <a:r>
              <a:rPr lang="en-US"/>
              <a:t> </a:t>
            </a:r>
            <a:r>
              <a:rPr lang="en-US" err="1"/>
              <a:t>vulputate</a:t>
            </a:r>
            <a:r>
              <a:rPr lang="en-US"/>
              <a:t> ligula. Nam vel </a:t>
            </a:r>
            <a:r>
              <a:rPr lang="en-US" err="1"/>
              <a:t>sodales</a:t>
            </a:r>
            <a:r>
              <a:rPr lang="en-US"/>
              <a:t> </a:t>
            </a:r>
            <a:r>
              <a:rPr lang="en-US" err="1"/>
              <a:t>turpis</a:t>
            </a:r>
            <a:r>
              <a:rPr lang="en-US"/>
              <a:t>. </a:t>
            </a:r>
            <a:r>
              <a:rPr lang="en-US" err="1"/>
              <a:t>Praesent</a:t>
            </a:r>
            <a:r>
              <a:rPr lang="en-US"/>
              <a:t> sit </a:t>
            </a:r>
            <a:r>
              <a:rPr lang="en-US" err="1"/>
              <a:t>amet</a:t>
            </a:r>
            <a:r>
              <a:rPr lang="en-US"/>
              <a:t> </a:t>
            </a:r>
            <a:r>
              <a:rPr lang="en-US" err="1"/>
              <a:t>sodales</a:t>
            </a:r>
            <a:r>
              <a:rPr lang="en-US"/>
              <a:t> </a:t>
            </a:r>
            <a:r>
              <a:rPr lang="en-US" err="1"/>
              <a:t>orci</a:t>
            </a:r>
            <a:r>
              <a:rPr lang="en-US"/>
              <a:t>, vel lorem. </a:t>
            </a:r>
          </a:p>
        </p:txBody>
      </p:sp>
      <p:sp>
        <p:nvSpPr>
          <p:cNvPr id="9" name="Text Placeholder 8">
            <a:extLst>
              <a:ext uri="{FF2B5EF4-FFF2-40B4-BE49-F238E27FC236}">
                <a16:creationId xmlns:a16="http://schemas.microsoft.com/office/drawing/2014/main" id="{148D6B73-64B6-E3DC-84C0-BFE771271202}"/>
              </a:ext>
            </a:extLst>
          </p:cNvPr>
          <p:cNvSpPr>
            <a:spLocks noGrp="1"/>
          </p:cNvSpPr>
          <p:nvPr>
            <p:ph type="body" sz="quarter" idx="12" hasCustomPrompt="1"/>
          </p:nvPr>
        </p:nvSpPr>
        <p:spPr>
          <a:xfrm>
            <a:off x="6704898" y="5239512"/>
            <a:ext cx="4953702" cy="399288"/>
          </a:xfrm>
          <a:prstGeom prst="rect">
            <a:avLst/>
          </a:prstGeom>
        </p:spPr>
        <p:txBody>
          <a:bodyPr lIns="0" tIns="0" rIns="0" bIns="0"/>
          <a:lstStyle>
            <a:lvl1pPr algn="l">
              <a:spcAft>
                <a:spcPts val="0"/>
              </a:spcAft>
              <a:defRPr sz="2500">
                <a:solidFill>
                  <a:schemeClr val="tx1"/>
                </a:solidFill>
              </a:defRPr>
            </a:lvl1pPr>
            <a:lvl2pPr marL="228600" indent="-228600" algn="l">
              <a:spcAft>
                <a:spcPts val="1200"/>
              </a:spcAft>
              <a:buFontTx/>
              <a:buBlip>
                <a:blip r:embed="rId3"/>
              </a:buBlip>
              <a:defRPr sz="1500">
                <a:solidFill>
                  <a:schemeClr val="tx1"/>
                </a:solidFill>
              </a:defRPr>
            </a:lvl2pPr>
            <a:lvl3pPr marL="685800" indent="-228600" algn="l">
              <a:spcAft>
                <a:spcPts val="1200"/>
              </a:spcAft>
              <a:buFontTx/>
              <a:buBlip>
                <a:blip r:embed="rId3"/>
              </a:buBlip>
              <a:defRPr sz="1500">
                <a:solidFill>
                  <a:schemeClr val="tx1"/>
                </a:solidFill>
              </a:defRPr>
            </a:lvl3pPr>
            <a:lvl4pPr marL="1143000" indent="-228600" algn="l">
              <a:spcAft>
                <a:spcPts val="1200"/>
              </a:spcAft>
              <a:buFontTx/>
              <a:buBlip>
                <a:blip r:embed="rId3"/>
              </a:buBlip>
              <a:defRPr sz="1500">
                <a:solidFill>
                  <a:schemeClr val="tx1"/>
                </a:solidFill>
              </a:defRPr>
            </a:lvl4pPr>
            <a:lvl5pPr marL="1600200" indent="-228600" algn="l">
              <a:spcAft>
                <a:spcPts val="1200"/>
              </a:spcAft>
              <a:buFontTx/>
              <a:buBlip>
                <a:blip r:embed="rId3"/>
              </a:buBlip>
              <a:defRPr sz="1500">
                <a:solidFill>
                  <a:schemeClr val="tx1"/>
                </a:solidFill>
              </a:defRPr>
            </a:lvl5pPr>
          </a:lstStyle>
          <a:p>
            <a:pPr lvl="0"/>
            <a:r>
              <a:rPr lang="en-US"/>
              <a:t>Quoted name</a:t>
            </a:r>
          </a:p>
        </p:txBody>
      </p:sp>
      <p:sp>
        <p:nvSpPr>
          <p:cNvPr id="10" name="Text Placeholder 8">
            <a:extLst>
              <a:ext uri="{FF2B5EF4-FFF2-40B4-BE49-F238E27FC236}">
                <a16:creationId xmlns:a16="http://schemas.microsoft.com/office/drawing/2014/main" id="{C23B7025-E209-78ED-2F50-EF7ECD5CBABD}"/>
              </a:ext>
            </a:extLst>
          </p:cNvPr>
          <p:cNvSpPr>
            <a:spLocks noGrp="1"/>
          </p:cNvSpPr>
          <p:nvPr>
            <p:ph type="body" sz="quarter" idx="13" hasCustomPrompt="1"/>
          </p:nvPr>
        </p:nvSpPr>
        <p:spPr>
          <a:xfrm>
            <a:off x="6704898" y="5669280"/>
            <a:ext cx="4953702" cy="332232"/>
          </a:xfrm>
          <a:prstGeom prst="rect">
            <a:avLst/>
          </a:prstGeom>
        </p:spPr>
        <p:txBody>
          <a:bodyPr lIns="0" tIns="0" rIns="0" bIns="0"/>
          <a:lstStyle>
            <a:lvl1pPr algn="l">
              <a:spcAft>
                <a:spcPts val="0"/>
              </a:spcAft>
              <a:defRPr sz="1500">
                <a:solidFill>
                  <a:schemeClr val="tx1"/>
                </a:solidFill>
              </a:defRPr>
            </a:lvl1pPr>
            <a:lvl2pPr marL="228600" indent="-228600" algn="l">
              <a:spcAft>
                <a:spcPts val="1200"/>
              </a:spcAft>
              <a:buFontTx/>
              <a:buBlip>
                <a:blip r:embed="rId3"/>
              </a:buBlip>
              <a:defRPr sz="1500">
                <a:solidFill>
                  <a:schemeClr val="tx1"/>
                </a:solidFill>
              </a:defRPr>
            </a:lvl2pPr>
            <a:lvl3pPr marL="685800" indent="-228600" algn="l">
              <a:spcAft>
                <a:spcPts val="1200"/>
              </a:spcAft>
              <a:buFontTx/>
              <a:buBlip>
                <a:blip r:embed="rId3"/>
              </a:buBlip>
              <a:defRPr sz="1500">
                <a:solidFill>
                  <a:schemeClr val="tx1"/>
                </a:solidFill>
              </a:defRPr>
            </a:lvl3pPr>
            <a:lvl4pPr marL="1143000" indent="-228600" algn="l">
              <a:spcAft>
                <a:spcPts val="1200"/>
              </a:spcAft>
              <a:buFontTx/>
              <a:buBlip>
                <a:blip r:embed="rId3"/>
              </a:buBlip>
              <a:defRPr sz="1500">
                <a:solidFill>
                  <a:schemeClr val="tx1"/>
                </a:solidFill>
              </a:defRPr>
            </a:lvl4pPr>
            <a:lvl5pPr marL="1600200" indent="-228600" algn="l">
              <a:spcAft>
                <a:spcPts val="1200"/>
              </a:spcAft>
              <a:buFontTx/>
              <a:buBlip>
                <a:blip r:embed="rId3"/>
              </a:buBlip>
              <a:defRPr sz="1500">
                <a:solidFill>
                  <a:schemeClr val="tx1"/>
                </a:solidFill>
              </a:defRPr>
            </a:lvl5pPr>
          </a:lstStyle>
          <a:p>
            <a:pPr lvl="0"/>
            <a:r>
              <a:rPr lang="en-US"/>
              <a:t>Title and Company</a:t>
            </a:r>
          </a:p>
        </p:txBody>
      </p:sp>
      <p:sp>
        <p:nvSpPr>
          <p:cNvPr id="3" name="Picture Placeholder 2">
            <a:extLst>
              <a:ext uri="{FF2B5EF4-FFF2-40B4-BE49-F238E27FC236}">
                <a16:creationId xmlns:a16="http://schemas.microsoft.com/office/drawing/2014/main" id="{10241276-EABB-40CB-BF3B-78B1EBB1BA38}"/>
              </a:ext>
            </a:extLst>
          </p:cNvPr>
          <p:cNvSpPr>
            <a:spLocks noGrp="1"/>
          </p:cNvSpPr>
          <p:nvPr>
            <p:ph type="pic" sz="quarter" idx="14" hasCustomPrompt="1"/>
          </p:nvPr>
        </p:nvSpPr>
        <p:spPr>
          <a:xfrm>
            <a:off x="770584" y="2461236"/>
            <a:ext cx="4599783" cy="1935528"/>
          </a:xfrm>
          <a:prstGeom prst="roundRect">
            <a:avLst>
              <a:gd name="adj" fmla="val 4856"/>
            </a:avLst>
          </a:prstGeom>
          <a:solidFill>
            <a:schemeClr val="bg1"/>
          </a:solidFill>
        </p:spPr>
        <p:txBody>
          <a:bodyPr anchor="ctr"/>
          <a:lstStyle>
            <a:lvl1pPr algn="ctr">
              <a:defRPr sz="2800">
                <a:solidFill>
                  <a:schemeClr val="accent3"/>
                </a:solidFill>
              </a:defRPr>
            </a:lvl1pPr>
          </a:lstStyle>
          <a:p>
            <a:r>
              <a:rPr lang="en-US"/>
              <a:t>Click to add logo</a:t>
            </a:r>
          </a:p>
          <a:p>
            <a:endParaRPr lang="en-US"/>
          </a:p>
        </p:txBody>
      </p:sp>
      <p:sp>
        <p:nvSpPr>
          <p:cNvPr id="7" name="Graphic 4">
            <a:extLst>
              <a:ext uri="{FF2B5EF4-FFF2-40B4-BE49-F238E27FC236}">
                <a16:creationId xmlns:a16="http://schemas.microsoft.com/office/drawing/2014/main" id="{D32DDE21-8FFE-5F38-A6B7-F99D2B20CB76}"/>
              </a:ext>
            </a:extLst>
          </p:cNvPr>
          <p:cNvSpPr>
            <a:spLocks/>
          </p:cNvSpPr>
          <p:nvPr userDrawn="1"/>
        </p:nvSpPr>
        <p:spPr>
          <a:xfrm>
            <a:off x="6704898" y="450714"/>
            <a:ext cx="1268670" cy="1086434"/>
          </a:xfrm>
          <a:custGeom>
            <a:avLst/>
            <a:gdLst>
              <a:gd name="connsiteX0" fmla="*/ 302476 w 403840"/>
              <a:gd name="connsiteY0" fmla="*/ 345831 h 345831"/>
              <a:gd name="connsiteX1" fmla="*/ 237908 w 403840"/>
              <a:gd name="connsiteY1" fmla="*/ 321785 h 345831"/>
              <a:gd name="connsiteX2" fmla="*/ 213660 w 403840"/>
              <a:gd name="connsiteY2" fmla="*/ 260456 h 345831"/>
              <a:gd name="connsiteX3" fmla="*/ 233334 w 403840"/>
              <a:gd name="connsiteY3" fmla="*/ 191760 h 345831"/>
              <a:gd name="connsiteX4" fmla="*/ 233334 w 403840"/>
              <a:gd name="connsiteY4" fmla="*/ 191760 h 345831"/>
              <a:gd name="connsiteX5" fmla="*/ 338949 w 403840"/>
              <a:gd name="connsiteY5" fmla="*/ 0 h 345831"/>
              <a:gd name="connsiteX6" fmla="*/ 403841 w 403840"/>
              <a:gd name="connsiteY6" fmla="*/ 0 h 345831"/>
              <a:gd name="connsiteX7" fmla="*/ 331015 w 403840"/>
              <a:gd name="connsiteY7" fmla="*/ 179696 h 345831"/>
              <a:gd name="connsiteX8" fmla="*/ 371173 w 403840"/>
              <a:gd name="connsiteY8" fmla="*/ 206819 h 345831"/>
              <a:gd name="connsiteX9" fmla="*/ 387810 w 403840"/>
              <a:gd name="connsiteY9" fmla="*/ 258635 h 345831"/>
              <a:gd name="connsiteX10" fmla="*/ 363683 w 403840"/>
              <a:gd name="connsiteY10" fmla="*/ 321624 h 345831"/>
              <a:gd name="connsiteX11" fmla="*/ 302476 w 403840"/>
              <a:gd name="connsiteY11" fmla="*/ 345831 h 345831"/>
              <a:gd name="connsiteX12" fmla="*/ 237382 w 403840"/>
              <a:gd name="connsiteY12" fmla="*/ 192853 h 345831"/>
              <a:gd name="connsiteX13" fmla="*/ 237139 w 403840"/>
              <a:gd name="connsiteY13" fmla="*/ 193258 h 345831"/>
              <a:gd name="connsiteX14" fmla="*/ 217708 w 403840"/>
              <a:gd name="connsiteY14" fmla="*/ 260456 h 345831"/>
              <a:gd name="connsiteX15" fmla="*/ 240661 w 403840"/>
              <a:gd name="connsiteY15" fmla="*/ 318790 h 345831"/>
              <a:gd name="connsiteX16" fmla="*/ 302476 w 403840"/>
              <a:gd name="connsiteY16" fmla="*/ 341783 h 345831"/>
              <a:gd name="connsiteX17" fmla="*/ 360728 w 403840"/>
              <a:gd name="connsiteY17" fmla="*/ 318790 h 345831"/>
              <a:gd name="connsiteX18" fmla="*/ 383681 w 403840"/>
              <a:gd name="connsiteY18" fmla="*/ 258675 h 345831"/>
              <a:gd name="connsiteX19" fmla="*/ 367853 w 403840"/>
              <a:gd name="connsiteY19" fmla="*/ 209248 h 345831"/>
              <a:gd name="connsiteX20" fmla="*/ 327777 w 403840"/>
              <a:gd name="connsiteY20" fmla="*/ 183137 h 345831"/>
              <a:gd name="connsiteX21" fmla="*/ 325429 w 403840"/>
              <a:gd name="connsiteY21" fmla="*/ 182611 h 345831"/>
              <a:gd name="connsiteX22" fmla="*/ 397809 w 403840"/>
              <a:gd name="connsiteY22" fmla="*/ 4048 h 345831"/>
              <a:gd name="connsiteX23" fmla="*/ 341338 w 403840"/>
              <a:gd name="connsiteY23" fmla="*/ 4048 h 345831"/>
              <a:gd name="connsiteX24" fmla="*/ 237382 w 403840"/>
              <a:gd name="connsiteY24" fmla="*/ 192853 h 345831"/>
              <a:gd name="connsiteX25" fmla="*/ 88816 w 403840"/>
              <a:gd name="connsiteY25" fmla="*/ 345831 h 345831"/>
              <a:gd name="connsiteX26" fmla="*/ 24248 w 403840"/>
              <a:gd name="connsiteY26" fmla="*/ 321785 h 345831"/>
              <a:gd name="connsiteX27" fmla="*/ 0 w 403840"/>
              <a:gd name="connsiteY27" fmla="*/ 260456 h 345831"/>
              <a:gd name="connsiteX28" fmla="*/ 19917 w 403840"/>
              <a:gd name="connsiteY28" fmla="*/ 191314 h 345831"/>
              <a:gd name="connsiteX29" fmla="*/ 125249 w 403840"/>
              <a:gd name="connsiteY29" fmla="*/ 40 h 345831"/>
              <a:gd name="connsiteX30" fmla="*/ 190140 w 403840"/>
              <a:gd name="connsiteY30" fmla="*/ 40 h 345831"/>
              <a:gd name="connsiteX31" fmla="*/ 117274 w 403840"/>
              <a:gd name="connsiteY31" fmla="*/ 179737 h 345831"/>
              <a:gd name="connsiteX32" fmla="*/ 157431 w 403840"/>
              <a:gd name="connsiteY32" fmla="*/ 206859 h 345831"/>
              <a:gd name="connsiteX33" fmla="*/ 174069 w 403840"/>
              <a:gd name="connsiteY33" fmla="*/ 258675 h 345831"/>
              <a:gd name="connsiteX34" fmla="*/ 149942 w 403840"/>
              <a:gd name="connsiteY34" fmla="*/ 321664 h 345831"/>
              <a:gd name="connsiteX35" fmla="*/ 88816 w 403840"/>
              <a:gd name="connsiteY35" fmla="*/ 345831 h 345831"/>
              <a:gd name="connsiteX36" fmla="*/ 127678 w 403840"/>
              <a:gd name="connsiteY36" fmla="*/ 4089 h 345831"/>
              <a:gd name="connsiteX37" fmla="*/ 23479 w 403840"/>
              <a:gd name="connsiteY37" fmla="*/ 193298 h 345831"/>
              <a:gd name="connsiteX38" fmla="*/ 4048 w 403840"/>
              <a:gd name="connsiteY38" fmla="*/ 260497 h 345831"/>
              <a:gd name="connsiteX39" fmla="*/ 27001 w 403840"/>
              <a:gd name="connsiteY39" fmla="*/ 318830 h 345831"/>
              <a:gd name="connsiteX40" fmla="*/ 88816 w 403840"/>
              <a:gd name="connsiteY40" fmla="*/ 341824 h 345831"/>
              <a:gd name="connsiteX41" fmla="*/ 147068 w 403840"/>
              <a:gd name="connsiteY41" fmla="*/ 318830 h 345831"/>
              <a:gd name="connsiteX42" fmla="*/ 170021 w 403840"/>
              <a:gd name="connsiteY42" fmla="*/ 258716 h 345831"/>
              <a:gd name="connsiteX43" fmla="*/ 154193 w 403840"/>
              <a:gd name="connsiteY43" fmla="*/ 209288 h 345831"/>
              <a:gd name="connsiteX44" fmla="*/ 114319 w 403840"/>
              <a:gd name="connsiteY44" fmla="*/ 183218 h 345831"/>
              <a:gd name="connsiteX45" fmla="*/ 111526 w 403840"/>
              <a:gd name="connsiteY45" fmla="*/ 183218 h 345831"/>
              <a:gd name="connsiteX46" fmla="*/ 112619 w 403840"/>
              <a:gd name="connsiteY46" fmla="*/ 180425 h 345831"/>
              <a:gd name="connsiteX47" fmla="*/ 184109 w 403840"/>
              <a:gd name="connsiteY47" fmla="*/ 4089 h 345831"/>
              <a:gd name="connsiteX48" fmla="*/ 127678 w 403840"/>
              <a:gd name="connsiteY48" fmla="*/ 4089 h 345831"/>
              <a:gd name="connsiteX49" fmla="*/ 127678 w 403840"/>
              <a:gd name="connsiteY49" fmla="*/ 4089 h 345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403840" h="345831">
                <a:moveTo>
                  <a:pt x="302476" y="345831"/>
                </a:moveTo>
                <a:cubicBezTo>
                  <a:pt x="276811" y="345831"/>
                  <a:pt x="255072" y="337735"/>
                  <a:pt x="237908" y="321785"/>
                </a:cubicBezTo>
                <a:cubicBezTo>
                  <a:pt x="221756" y="305633"/>
                  <a:pt x="213660" y="285028"/>
                  <a:pt x="213660" y="260456"/>
                </a:cubicBezTo>
                <a:cubicBezTo>
                  <a:pt x="213660" y="238799"/>
                  <a:pt x="220299" y="215684"/>
                  <a:pt x="233334" y="191760"/>
                </a:cubicBezTo>
                <a:lnTo>
                  <a:pt x="233334" y="191760"/>
                </a:lnTo>
                <a:lnTo>
                  <a:pt x="338949" y="0"/>
                </a:lnTo>
                <a:lnTo>
                  <a:pt x="403841" y="0"/>
                </a:lnTo>
                <a:lnTo>
                  <a:pt x="331015" y="179696"/>
                </a:lnTo>
                <a:cubicBezTo>
                  <a:pt x="348503" y="183987"/>
                  <a:pt x="361983" y="193096"/>
                  <a:pt x="371173" y="206819"/>
                </a:cubicBezTo>
                <a:cubicBezTo>
                  <a:pt x="382183" y="220299"/>
                  <a:pt x="387810" y="237787"/>
                  <a:pt x="387810" y="258635"/>
                </a:cubicBezTo>
                <a:cubicBezTo>
                  <a:pt x="387810" y="284381"/>
                  <a:pt x="379674" y="305552"/>
                  <a:pt x="363683" y="321624"/>
                </a:cubicBezTo>
                <a:cubicBezTo>
                  <a:pt x="347127" y="338180"/>
                  <a:pt x="327736" y="345831"/>
                  <a:pt x="302476" y="345831"/>
                </a:cubicBezTo>
                <a:close/>
                <a:moveTo>
                  <a:pt x="237382" y="192853"/>
                </a:moveTo>
                <a:lnTo>
                  <a:pt x="237139" y="193258"/>
                </a:lnTo>
                <a:cubicBezTo>
                  <a:pt x="224266" y="216737"/>
                  <a:pt x="217708" y="239325"/>
                  <a:pt x="217708" y="260456"/>
                </a:cubicBezTo>
                <a:cubicBezTo>
                  <a:pt x="217708" y="283936"/>
                  <a:pt x="225440" y="303569"/>
                  <a:pt x="240661" y="318790"/>
                </a:cubicBezTo>
                <a:cubicBezTo>
                  <a:pt x="257056" y="334051"/>
                  <a:pt x="277863" y="341783"/>
                  <a:pt x="302476" y="341783"/>
                </a:cubicBezTo>
                <a:cubicBezTo>
                  <a:pt x="326562" y="341783"/>
                  <a:pt x="345062" y="334497"/>
                  <a:pt x="360728" y="318790"/>
                </a:cubicBezTo>
                <a:cubicBezTo>
                  <a:pt x="375949" y="303528"/>
                  <a:pt x="383681" y="283328"/>
                  <a:pt x="383681" y="258675"/>
                </a:cubicBezTo>
                <a:cubicBezTo>
                  <a:pt x="383681" y="238758"/>
                  <a:pt x="378338" y="222161"/>
                  <a:pt x="367853" y="209248"/>
                </a:cubicBezTo>
                <a:cubicBezTo>
                  <a:pt x="358785" y="195646"/>
                  <a:pt x="345305" y="186902"/>
                  <a:pt x="327777" y="183137"/>
                </a:cubicBezTo>
                <a:lnTo>
                  <a:pt x="325429" y="182611"/>
                </a:lnTo>
                <a:lnTo>
                  <a:pt x="397809" y="4048"/>
                </a:lnTo>
                <a:lnTo>
                  <a:pt x="341338" y="4048"/>
                </a:lnTo>
                <a:lnTo>
                  <a:pt x="237382" y="192853"/>
                </a:lnTo>
                <a:close/>
                <a:moveTo>
                  <a:pt x="88816" y="345831"/>
                </a:moveTo>
                <a:cubicBezTo>
                  <a:pt x="63151" y="345831"/>
                  <a:pt x="41412" y="337735"/>
                  <a:pt x="24248" y="321785"/>
                </a:cubicBezTo>
                <a:cubicBezTo>
                  <a:pt x="8137" y="305633"/>
                  <a:pt x="0" y="285028"/>
                  <a:pt x="0" y="260456"/>
                </a:cubicBezTo>
                <a:cubicBezTo>
                  <a:pt x="0" y="238677"/>
                  <a:pt x="6720" y="215401"/>
                  <a:pt x="19917" y="191314"/>
                </a:cubicBezTo>
                <a:lnTo>
                  <a:pt x="125249" y="40"/>
                </a:lnTo>
                <a:lnTo>
                  <a:pt x="190140" y="40"/>
                </a:lnTo>
                <a:lnTo>
                  <a:pt x="117274" y="179737"/>
                </a:lnTo>
                <a:cubicBezTo>
                  <a:pt x="134762" y="184028"/>
                  <a:pt x="148242" y="193136"/>
                  <a:pt x="157431" y="206859"/>
                </a:cubicBezTo>
                <a:cubicBezTo>
                  <a:pt x="168442" y="220339"/>
                  <a:pt x="174069" y="237827"/>
                  <a:pt x="174069" y="258675"/>
                </a:cubicBezTo>
                <a:cubicBezTo>
                  <a:pt x="174069" y="284421"/>
                  <a:pt x="165933" y="305593"/>
                  <a:pt x="149942" y="321664"/>
                </a:cubicBezTo>
                <a:cubicBezTo>
                  <a:pt x="133467" y="338180"/>
                  <a:pt x="114036" y="345831"/>
                  <a:pt x="88816" y="345831"/>
                </a:cubicBezTo>
                <a:close/>
                <a:moveTo>
                  <a:pt x="127678" y="4089"/>
                </a:moveTo>
                <a:lnTo>
                  <a:pt x="23479" y="193298"/>
                </a:lnTo>
                <a:cubicBezTo>
                  <a:pt x="10606" y="216777"/>
                  <a:pt x="4048" y="239366"/>
                  <a:pt x="4048" y="260497"/>
                </a:cubicBezTo>
                <a:cubicBezTo>
                  <a:pt x="4048" y="283976"/>
                  <a:pt x="11780" y="303569"/>
                  <a:pt x="27001" y="318830"/>
                </a:cubicBezTo>
                <a:cubicBezTo>
                  <a:pt x="43396" y="334092"/>
                  <a:pt x="64203" y="341824"/>
                  <a:pt x="88816" y="341824"/>
                </a:cubicBezTo>
                <a:cubicBezTo>
                  <a:pt x="112902" y="341824"/>
                  <a:pt x="131402" y="334537"/>
                  <a:pt x="147068" y="318830"/>
                </a:cubicBezTo>
                <a:cubicBezTo>
                  <a:pt x="162289" y="303569"/>
                  <a:pt x="170021" y="283369"/>
                  <a:pt x="170021" y="258716"/>
                </a:cubicBezTo>
                <a:cubicBezTo>
                  <a:pt x="170021" y="238799"/>
                  <a:pt x="164678" y="222202"/>
                  <a:pt x="154193" y="209288"/>
                </a:cubicBezTo>
                <a:cubicBezTo>
                  <a:pt x="145125" y="195727"/>
                  <a:pt x="131766" y="187023"/>
                  <a:pt x="114319" y="183218"/>
                </a:cubicBezTo>
                <a:lnTo>
                  <a:pt x="111526" y="183218"/>
                </a:lnTo>
                <a:lnTo>
                  <a:pt x="112619" y="180425"/>
                </a:lnTo>
                <a:lnTo>
                  <a:pt x="184109" y="4089"/>
                </a:lnTo>
                <a:lnTo>
                  <a:pt x="127678" y="4089"/>
                </a:lnTo>
                <a:lnTo>
                  <a:pt x="127678" y="4089"/>
                </a:lnTo>
                <a:close/>
              </a:path>
            </a:pathLst>
          </a:custGeom>
          <a:solidFill>
            <a:srgbClr val="002957"/>
          </a:solidFill>
          <a:ln w="4048" cap="flat">
            <a:noFill/>
            <a:prstDash val="solid"/>
            <a:miter/>
          </a:ln>
        </p:spPr>
        <p:txBody>
          <a:bodyPr rtlCol="0" anchor="ctr"/>
          <a:lstStyle/>
          <a:p>
            <a:endParaRPr lang="en-US"/>
          </a:p>
        </p:txBody>
      </p:sp>
      <p:pic>
        <p:nvPicPr>
          <p:cNvPr id="8" name="Graphic 7">
            <a:extLst>
              <a:ext uri="{FF2B5EF4-FFF2-40B4-BE49-F238E27FC236}">
                <a16:creationId xmlns:a16="http://schemas.microsoft.com/office/drawing/2014/main" id="{B50303CD-8863-2A2C-7EDE-0BEB12DBBCB6}"/>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9474" y="6455740"/>
            <a:ext cx="774583" cy="245285"/>
          </a:xfrm>
          <a:prstGeom prst="rect">
            <a:avLst/>
          </a:prstGeom>
        </p:spPr>
      </p:pic>
      <p:sp>
        <p:nvSpPr>
          <p:cNvPr id="12" name="TextBox 11">
            <a:extLst>
              <a:ext uri="{FF2B5EF4-FFF2-40B4-BE49-F238E27FC236}">
                <a16:creationId xmlns:a16="http://schemas.microsoft.com/office/drawing/2014/main" id="{A9ECD1B2-A736-94CA-83E2-E25737603C40}"/>
              </a:ext>
            </a:extLst>
          </p:cNvPr>
          <p:cNvSpPr txBox="1"/>
          <p:nvPr userDrawn="1"/>
        </p:nvSpPr>
        <p:spPr>
          <a:xfrm flipH="1">
            <a:off x="10794564" y="6349782"/>
            <a:ext cx="1177962" cy="457201"/>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solidFill>
                  <a:schemeClr val="accent3"/>
                </a:solidFill>
                <a:latin typeface="Poppins Medium" panose="00000600000000000000" pitchFamily="2" charset="0"/>
                <a:cs typeface="Poppins Medium" panose="00000600000000000000" pitchFamily="2" charset="0"/>
              </a:rPr>
              <a:t>Confidential	</a:t>
            </a:r>
            <a:r>
              <a:rPr lang="en-US" sz="900">
                <a:solidFill>
                  <a:schemeClr val="tx1"/>
                </a:solidFill>
                <a:latin typeface="Poppins Medium" panose="00000600000000000000" pitchFamily="2" charset="0"/>
                <a:cs typeface="Poppins Medium" panose="00000600000000000000" pitchFamily="2" charset="0"/>
              </a:rPr>
              <a:t>/ </a:t>
            </a:r>
            <a:fld id="{48F63A3B-78C7-47BE-AE5E-E10140E04643}" type="slidenum">
              <a:rPr lang="en-US" sz="900" smtClean="0">
                <a:solidFill>
                  <a:schemeClr val="tx1"/>
                </a:solidFill>
                <a:latin typeface="+mn-lt"/>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900">
                <a:solidFill>
                  <a:schemeClr val="tx1"/>
                </a:solidFill>
              </a:rPr>
              <a:t> </a:t>
            </a:r>
          </a:p>
        </p:txBody>
      </p:sp>
    </p:spTree>
    <p:extLst>
      <p:ext uri="{BB962C8B-B14F-4D97-AF65-F5344CB8AC3E}">
        <p14:creationId xmlns:p14="http://schemas.microsoft.com/office/powerpoint/2010/main" val="10231446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288" userDrawn="1">
          <p15:clr>
            <a:srgbClr val="FBAE40"/>
          </p15:clr>
        </p15:guide>
        <p15:guide id="4" orient="horz" pos="14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ase study slide">
    <p:bg>
      <p:bgRef idx="1001">
        <a:schemeClr val="bg1"/>
      </p:bgRef>
    </p:bg>
    <p:spTree>
      <p:nvGrpSpPr>
        <p:cNvPr id="1" name=""/>
        <p:cNvGrpSpPr/>
        <p:nvPr/>
      </p:nvGrpSpPr>
      <p:grpSpPr>
        <a:xfrm>
          <a:off x="0" y="0"/>
          <a:ext cx="0" cy="0"/>
          <a:chOff x="0" y="0"/>
          <a:chExt cx="0" cy="0"/>
        </a:xfrm>
      </p:grpSpPr>
      <p:pic>
        <p:nvPicPr>
          <p:cNvPr id="3" name="Picture 2" descr="A black background with blue and green lines&#10;&#10;Description automatically generated">
            <a:extLst>
              <a:ext uri="{FF2B5EF4-FFF2-40B4-BE49-F238E27FC236}">
                <a16:creationId xmlns:a16="http://schemas.microsoft.com/office/drawing/2014/main" id="{6D9F8323-D6C9-95CD-F5B0-0E43949DEF0D}"/>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8409523" y="0"/>
            <a:ext cx="3782477" cy="3056684"/>
          </a:xfrm>
          <a:prstGeom prst="rect">
            <a:avLst/>
          </a:prstGeom>
        </p:spPr>
      </p:pic>
      <p:sp>
        <p:nvSpPr>
          <p:cNvPr id="28" name="Text Placeholder 27">
            <a:extLst>
              <a:ext uri="{FF2B5EF4-FFF2-40B4-BE49-F238E27FC236}">
                <a16:creationId xmlns:a16="http://schemas.microsoft.com/office/drawing/2014/main" id="{209E70AA-4A31-224E-50F0-6E7CCD56CBAB}"/>
              </a:ext>
            </a:extLst>
          </p:cNvPr>
          <p:cNvSpPr>
            <a:spLocks noGrp="1"/>
          </p:cNvSpPr>
          <p:nvPr>
            <p:ph type="body" sz="quarter" idx="14"/>
          </p:nvPr>
        </p:nvSpPr>
        <p:spPr>
          <a:xfrm>
            <a:off x="4401508" y="508220"/>
            <a:ext cx="7333292" cy="2124866"/>
          </a:xfrm>
          <a:prstGeom prst="roundRect">
            <a:avLst>
              <a:gd name="adj" fmla="val 5763"/>
            </a:avLst>
          </a:prstGeom>
          <a:solidFill>
            <a:schemeClr val="bg1"/>
          </a:solidFill>
          <a:ln w="25400" cap="flat" cmpd="sng" algn="ctr">
            <a:solidFill>
              <a:srgbClr val="B8C3D0"/>
            </a:solidFill>
            <a:prstDash val="solid"/>
          </a:ln>
          <a:effectLst/>
        </p:spPr>
        <p:txBody>
          <a:bodyPr rtlCol="0" anchor="ctr"/>
          <a:lstStyle>
            <a:lvl1pPr>
              <a:defRPr lang="en-US" sz="1400" dirty="0" smtClean="0">
                <a:solidFill>
                  <a:schemeClr val="tx2"/>
                </a:solidFill>
                <a:latin typeface="Poppins Light" panose="00000400000000000000" pitchFamily="2" charset="0"/>
                <a:cs typeface="Poppins Light" panose="00000400000000000000" pitchFamily="2" charset="0"/>
              </a:defRPr>
            </a:lvl1pPr>
            <a:lvl2pPr>
              <a:defRPr lang="en-US" dirty="0" smtClean="0"/>
            </a:lvl2pPr>
            <a:lvl3pPr>
              <a:defRPr lang="en-US" dirty="0" smtClean="0"/>
            </a:lvl3pPr>
            <a:lvl4pPr>
              <a:defRPr lang="en-US" dirty="0" smtClean="0"/>
            </a:lvl4pPr>
            <a:lvl5pPr>
              <a:defRPr lang="en-CA" dirty="0"/>
            </a:lvl5pPr>
          </a:lstStyle>
          <a:p>
            <a:pPr marL="180000" lvl="0" algn="l" rtl="0">
              <a:spcBef>
                <a:spcPts val="600"/>
              </a:spcBef>
              <a:spcAft>
                <a:spcPts val="600"/>
              </a:spcAft>
              <a:buClr>
                <a:srgbClr val="1F96E3"/>
              </a:buClr>
              <a:buSzPct val="120000"/>
            </a:pPr>
            <a:r>
              <a:rPr lang="en-US" dirty="0"/>
              <a:t>Click to edit Master text styles</a:t>
            </a:r>
          </a:p>
        </p:txBody>
      </p:sp>
      <p:sp>
        <p:nvSpPr>
          <p:cNvPr id="29" name="Text Placeholder 27">
            <a:extLst>
              <a:ext uri="{FF2B5EF4-FFF2-40B4-BE49-F238E27FC236}">
                <a16:creationId xmlns:a16="http://schemas.microsoft.com/office/drawing/2014/main" id="{D960A942-453E-21AD-2166-2C59E97623DB}"/>
              </a:ext>
            </a:extLst>
          </p:cNvPr>
          <p:cNvSpPr>
            <a:spLocks noGrp="1"/>
          </p:cNvSpPr>
          <p:nvPr>
            <p:ph type="body" sz="quarter" idx="15"/>
          </p:nvPr>
        </p:nvSpPr>
        <p:spPr>
          <a:xfrm>
            <a:off x="4401508" y="2970938"/>
            <a:ext cx="7333292" cy="1096848"/>
          </a:xfrm>
          <a:prstGeom prst="roundRect">
            <a:avLst>
              <a:gd name="adj" fmla="val 5763"/>
            </a:avLst>
          </a:prstGeom>
          <a:solidFill>
            <a:schemeClr val="bg1"/>
          </a:solidFill>
          <a:ln w="25400" cap="flat" cmpd="sng" algn="ctr">
            <a:solidFill>
              <a:srgbClr val="B8C3D0"/>
            </a:solidFill>
            <a:prstDash val="solid"/>
          </a:ln>
          <a:effectLst/>
        </p:spPr>
        <p:txBody>
          <a:bodyPr rtlCol="0" anchor="ctr"/>
          <a:lstStyle>
            <a:lvl1pPr>
              <a:defRPr lang="en-US" sz="1400" dirty="0" smtClean="0">
                <a:solidFill>
                  <a:schemeClr val="tx2"/>
                </a:solidFill>
                <a:latin typeface="Poppins Light" panose="00000400000000000000" pitchFamily="2" charset="0"/>
                <a:cs typeface="Poppins Light" panose="00000400000000000000" pitchFamily="2" charset="0"/>
              </a:defRPr>
            </a:lvl1pPr>
            <a:lvl2pPr>
              <a:defRPr lang="en-US" dirty="0" smtClean="0"/>
            </a:lvl2pPr>
            <a:lvl3pPr>
              <a:defRPr lang="en-US" dirty="0" smtClean="0"/>
            </a:lvl3pPr>
            <a:lvl4pPr>
              <a:defRPr lang="en-US" dirty="0" smtClean="0"/>
            </a:lvl4pPr>
            <a:lvl5pPr>
              <a:defRPr lang="en-CA" dirty="0"/>
            </a:lvl5pPr>
          </a:lstStyle>
          <a:p>
            <a:pPr marL="180000" lvl="0" algn="l" rtl="0">
              <a:spcBef>
                <a:spcPts val="600"/>
              </a:spcBef>
              <a:spcAft>
                <a:spcPts val="600"/>
              </a:spcAft>
              <a:buClr>
                <a:srgbClr val="1F96E3"/>
              </a:buClr>
              <a:buSzPct val="120000"/>
            </a:pPr>
            <a:r>
              <a:rPr lang="en-US" dirty="0"/>
              <a:t>Click to edit Master text styles</a:t>
            </a:r>
          </a:p>
        </p:txBody>
      </p:sp>
      <p:sp>
        <p:nvSpPr>
          <p:cNvPr id="30" name="Text Placeholder 27">
            <a:extLst>
              <a:ext uri="{FF2B5EF4-FFF2-40B4-BE49-F238E27FC236}">
                <a16:creationId xmlns:a16="http://schemas.microsoft.com/office/drawing/2014/main" id="{B6F6A94F-2572-958E-45CD-5F22AD5E0E37}"/>
              </a:ext>
            </a:extLst>
          </p:cNvPr>
          <p:cNvSpPr>
            <a:spLocks noGrp="1"/>
          </p:cNvSpPr>
          <p:nvPr>
            <p:ph type="body" sz="quarter" idx="16"/>
          </p:nvPr>
        </p:nvSpPr>
        <p:spPr>
          <a:xfrm>
            <a:off x="4401508" y="4424598"/>
            <a:ext cx="7333292" cy="1925183"/>
          </a:xfrm>
          <a:prstGeom prst="roundRect">
            <a:avLst>
              <a:gd name="adj" fmla="val 5763"/>
            </a:avLst>
          </a:prstGeom>
          <a:solidFill>
            <a:schemeClr val="bg1"/>
          </a:solidFill>
          <a:ln w="25400" cap="flat" cmpd="sng" algn="ctr">
            <a:solidFill>
              <a:srgbClr val="B8C3D0"/>
            </a:solidFill>
            <a:prstDash val="solid"/>
          </a:ln>
          <a:effectLst/>
        </p:spPr>
        <p:txBody>
          <a:bodyPr rtlCol="0" anchor="ctr"/>
          <a:lstStyle>
            <a:lvl1pPr>
              <a:defRPr lang="en-US" sz="1400" dirty="0" smtClean="0">
                <a:solidFill>
                  <a:schemeClr val="tx2"/>
                </a:solidFill>
                <a:latin typeface="Poppins Light" panose="00000400000000000000" pitchFamily="2" charset="0"/>
                <a:cs typeface="Poppins Light" panose="00000400000000000000" pitchFamily="2" charset="0"/>
              </a:defRPr>
            </a:lvl1pPr>
            <a:lvl2pPr>
              <a:defRPr lang="en-US" dirty="0" smtClean="0"/>
            </a:lvl2pPr>
            <a:lvl3pPr>
              <a:defRPr lang="en-US" dirty="0" smtClean="0"/>
            </a:lvl3pPr>
            <a:lvl4pPr>
              <a:defRPr lang="en-US" dirty="0" smtClean="0"/>
            </a:lvl4pPr>
            <a:lvl5pPr>
              <a:defRPr lang="en-CA" dirty="0"/>
            </a:lvl5pPr>
          </a:lstStyle>
          <a:p>
            <a:pPr marL="180000" lvl="0" algn="l" rtl="0">
              <a:spcBef>
                <a:spcPts val="600"/>
              </a:spcBef>
              <a:spcAft>
                <a:spcPts val="600"/>
              </a:spcAft>
              <a:buClr>
                <a:srgbClr val="1F96E3"/>
              </a:buClr>
              <a:buSzPct val="120000"/>
            </a:pPr>
            <a:r>
              <a:rPr lang="en-US" dirty="0"/>
              <a:t>Click to edit Master text styles</a:t>
            </a:r>
          </a:p>
        </p:txBody>
      </p:sp>
      <p:sp>
        <p:nvSpPr>
          <p:cNvPr id="24" name="Picture Placeholder 23">
            <a:extLst>
              <a:ext uri="{FF2B5EF4-FFF2-40B4-BE49-F238E27FC236}">
                <a16:creationId xmlns:a16="http://schemas.microsoft.com/office/drawing/2014/main" id="{A4059FA8-441F-FFD1-11B8-E27427DCD74D}"/>
              </a:ext>
            </a:extLst>
          </p:cNvPr>
          <p:cNvSpPr>
            <a:spLocks noGrp="1"/>
          </p:cNvSpPr>
          <p:nvPr>
            <p:ph type="pic" sz="quarter" idx="13"/>
          </p:nvPr>
        </p:nvSpPr>
        <p:spPr>
          <a:xfrm>
            <a:off x="0" y="0"/>
            <a:ext cx="3925229" cy="6858000"/>
          </a:xfrm>
          <a:prstGeom prst="rect">
            <a:avLst/>
          </a:prstGeom>
          <a:solidFill>
            <a:schemeClr val="accent6">
              <a:lumMod val="90000"/>
            </a:schemeClr>
          </a:solidFill>
        </p:spPr>
        <p:txBody>
          <a:bodyPr/>
          <a:lstStyle/>
          <a:p>
            <a:endParaRPr lang="en-CA"/>
          </a:p>
        </p:txBody>
      </p:sp>
      <p:sp>
        <p:nvSpPr>
          <p:cNvPr id="4" name="Rectangle 3">
            <a:extLst>
              <a:ext uri="{FF2B5EF4-FFF2-40B4-BE49-F238E27FC236}">
                <a16:creationId xmlns:a16="http://schemas.microsoft.com/office/drawing/2014/main" id="{AC23DB3E-A18D-BE73-5BC7-4F0712240DAC}"/>
              </a:ext>
            </a:extLst>
          </p:cNvPr>
          <p:cNvSpPr/>
          <p:nvPr userDrawn="1"/>
        </p:nvSpPr>
        <p:spPr>
          <a:xfrm>
            <a:off x="8100646" y="0"/>
            <a:ext cx="4091354" cy="2555631"/>
          </a:xfrm>
          <a:prstGeom prst="rect">
            <a:avLst/>
          </a:prstGeom>
          <a:solidFill>
            <a:srgbClr val="FFFFFF">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9FD31770-17CC-2E01-069F-0604CE411B33}"/>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9474" y="6455740"/>
            <a:ext cx="774583" cy="245285"/>
          </a:xfrm>
          <a:prstGeom prst="rect">
            <a:avLst/>
          </a:prstGeom>
        </p:spPr>
      </p:pic>
      <p:sp>
        <p:nvSpPr>
          <p:cNvPr id="5" name="TextBox 4">
            <a:extLst>
              <a:ext uri="{FF2B5EF4-FFF2-40B4-BE49-F238E27FC236}">
                <a16:creationId xmlns:a16="http://schemas.microsoft.com/office/drawing/2014/main" id="{9D0F7306-62C5-7F27-23DD-A3B2C955DB29}"/>
              </a:ext>
            </a:extLst>
          </p:cNvPr>
          <p:cNvSpPr txBox="1"/>
          <p:nvPr userDrawn="1"/>
        </p:nvSpPr>
        <p:spPr>
          <a:xfrm flipH="1">
            <a:off x="8738558" y="6349782"/>
            <a:ext cx="3233968" cy="457201"/>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solidFill>
                  <a:schemeClr val="accent3"/>
                </a:solidFill>
                <a:latin typeface="Poppins Medium" panose="00000600000000000000" pitchFamily="2" charset="0"/>
                <a:cs typeface="Poppins Medium" panose="00000600000000000000" pitchFamily="2" charset="0"/>
              </a:rPr>
              <a:t>For internal use only - Confidential	</a:t>
            </a:r>
            <a:r>
              <a:rPr lang="en-US" sz="900" dirty="0">
                <a:solidFill>
                  <a:schemeClr val="tx1"/>
                </a:solidFill>
                <a:latin typeface="Poppins Medium" panose="00000600000000000000" pitchFamily="2" charset="0"/>
                <a:cs typeface="Poppins Medium" panose="00000600000000000000" pitchFamily="2" charset="0"/>
              </a:rPr>
              <a:t>/ </a:t>
            </a:r>
            <a:fld id="{48F63A3B-78C7-47BE-AE5E-E10140E04643}" type="slidenum">
              <a:rPr lang="en-US" sz="900" smtClean="0">
                <a:solidFill>
                  <a:schemeClr val="tx1"/>
                </a:solidFill>
                <a:latin typeface="+mn-lt"/>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900" dirty="0">
                <a:solidFill>
                  <a:schemeClr val="tx1"/>
                </a:solidFill>
              </a:rPr>
              <a:t> </a:t>
            </a:r>
          </a:p>
        </p:txBody>
      </p:sp>
      <p:sp>
        <p:nvSpPr>
          <p:cNvPr id="8" name="Slide Number Placeholder 2">
            <a:extLst>
              <a:ext uri="{FF2B5EF4-FFF2-40B4-BE49-F238E27FC236}">
                <a16:creationId xmlns:a16="http://schemas.microsoft.com/office/drawing/2014/main" id="{FCA67FB0-4317-5F17-1065-034DACD12FD6}"/>
              </a:ext>
            </a:extLst>
          </p:cNvPr>
          <p:cNvSpPr>
            <a:spLocks noGrp="1"/>
          </p:cNvSpPr>
          <p:nvPr>
            <p:ph type="sldNum" sz="quarter" idx="4294967295"/>
          </p:nvPr>
        </p:nvSpPr>
        <p:spPr>
          <a:xfrm>
            <a:off x="11582400" y="6246813"/>
            <a:ext cx="609600" cy="39687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800" b="0" i="0" u="none" strike="noStrike" cap="none" normalizeH="0" baseline="0" noProof="0">
                <a:ln>
                  <a:noFill/>
                </a:ln>
                <a:solidFill>
                  <a:prstClr val="white"/>
                </a:solidFill>
                <a:effectLst/>
                <a:uLnTx/>
                <a:uFillTx/>
                <a:latin typeface="Poppins Light"/>
                <a:ea typeface="Poppins Light"/>
                <a:cs typeface="+mn-cs"/>
              </a:rPr>
              <a:t> </a:t>
            </a:r>
          </a:p>
        </p:txBody>
      </p:sp>
      <p:sp>
        <p:nvSpPr>
          <p:cNvPr id="22" name="Text Placeholder 20">
            <a:extLst>
              <a:ext uri="{FF2B5EF4-FFF2-40B4-BE49-F238E27FC236}">
                <a16:creationId xmlns:a16="http://schemas.microsoft.com/office/drawing/2014/main" id="{8714BA62-156E-C587-288C-0FDE20ED618B}"/>
              </a:ext>
            </a:extLst>
          </p:cNvPr>
          <p:cNvSpPr>
            <a:spLocks noGrp="1"/>
          </p:cNvSpPr>
          <p:nvPr>
            <p:ph type="body" sz="quarter" idx="12"/>
          </p:nvPr>
        </p:nvSpPr>
        <p:spPr>
          <a:xfrm>
            <a:off x="408730" y="1359815"/>
            <a:ext cx="3229415" cy="1611817"/>
          </a:xfrm>
          <a:prstGeom prst="rect">
            <a:avLst/>
          </a:prstGeom>
        </p:spPr>
        <p:txBody>
          <a:bodyPr vert="horz" lIns="0" tIns="0" rIns="0" bIns="0" rtlCol="0" anchor="ctr" anchorCtr="0">
            <a:noAutofit/>
          </a:bodyPr>
          <a:lstStyle>
            <a:lvl1pPr>
              <a:defRPr lang="en-US" sz="3600" smtClean="0">
                <a:solidFill>
                  <a:schemeClr val="bg1"/>
                </a:solidFill>
                <a:latin typeface="Poppins Light" panose="00000400000000000000" pitchFamily="2" charset="0"/>
                <a:ea typeface="Poppins Light"/>
                <a:cs typeface="Poppins Light" panose="00000400000000000000" pitchFamily="2" charset="0"/>
              </a:defRPr>
            </a:lvl1pPr>
            <a:lvl2pPr>
              <a:defRPr lang="en-US" smtClean="0"/>
            </a:lvl2pPr>
            <a:lvl3pPr>
              <a:defRPr lang="en-US" smtClean="0"/>
            </a:lvl3pPr>
            <a:lvl4pPr>
              <a:defRPr lang="en-US" smtClean="0"/>
            </a:lvl4pPr>
            <a:lvl5pPr>
              <a:defRPr lang="en-CA"/>
            </a:lvl5pPr>
          </a:lstStyle>
          <a:p>
            <a:pPr lvl="0" algn="l" rtl="0">
              <a:lnSpc>
                <a:spcPct val="90000"/>
              </a:lnSpc>
            </a:pPr>
            <a:r>
              <a:rPr lang="en-US" dirty="0"/>
              <a:t>Click to edit Master text styles</a:t>
            </a:r>
          </a:p>
        </p:txBody>
      </p:sp>
      <p:sp>
        <p:nvSpPr>
          <p:cNvPr id="35" name="Text Placeholder 34">
            <a:extLst>
              <a:ext uri="{FF2B5EF4-FFF2-40B4-BE49-F238E27FC236}">
                <a16:creationId xmlns:a16="http://schemas.microsoft.com/office/drawing/2014/main" id="{D58929C6-8520-BF3E-34B3-015532D8A9C5}"/>
              </a:ext>
            </a:extLst>
          </p:cNvPr>
          <p:cNvSpPr>
            <a:spLocks noGrp="1"/>
          </p:cNvSpPr>
          <p:nvPr>
            <p:ph type="body" sz="quarter" idx="17" hasCustomPrompt="1"/>
          </p:nvPr>
        </p:nvSpPr>
        <p:spPr>
          <a:xfrm>
            <a:off x="4589827" y="326408"/>
            <a:ext cx="1329957" cy="380520"/>
          </a:xfrm>
          <a:prstGeom prst="roundRect">
            <a:avLst/>
          </a:prstGeom>
          <a:solidFill>
            <a:schemeClr val="accent1"/>
          </a:solidFill>
          <a:ln>
            <a:solidFill>
              <a:schemeClr val="accent1"/>
            </a:solidFill>
          </a:ln>
        </p:spPr>
        <p:txBody>
          <a:bodyPr wrap="square" lIns="91440" tIns="36000" rIns="91440" bIns="36000" rtlCol="0" anchor="ctr">
            <a:spAutoFit/>
          </a:bodyPr>
          <a:lstStyle>
            <a:lvl1pPr>
              <a:defRPr kumimoji="0" lang="en-US" sz="1800" b="0" i="0" u="none" strike="noStrike" normalizeH="0" baseline="0" smtClean="0">
                <a:ln>
                  <a:noFill/>
                </a:ln>
                <a:solidFill>
                  <a:schemeClr val="bg1"/>
                </a:solidFill>
                <a:effectLst/>
                <a:uLnTx/>
                <a:uFillTx/>
                <a:latin typeface="Poppins Medium" panose="00000600000000000000" pitchFamily="2" charset="0"/>
                <a:ea typeface="Poppins Medium"/>
                <a:cs typeface="Poppins Medium" panose="00000600000000000000" pitchFamily="2" charset="0"/>
              </a:defRPr>
            </a:lvl1pPr>
            <a:lvl2pPr>
              <a:defRPr lang="en-US" smtClean="0"/>
            </a:lvl2pPr>
            <a:lvl3pPr>
              <a:defRPr lang="en-US" smtClean="0"/>
            </a:lvl3pPr>
            <a:lvl4pPr>
              <a:defRPr lang="en-US" smtClean="0"/>
            </a:lvl4pPr>
            <a:lvl5pPr>
              <a:defRPr lang="en-CA"/>
            </a:lvl5pPr>
          </a:lstStyle>
          <a:p>
            <a:pPr marR="0" lvl="0" indent="0" algn="l" defTabSz="914400" rtl="0" fontAlgn="auto" latinLnBrk="0">
              <a:lnSpc>
                <a:spcPts val="2100"/>
              </a:lnSpc>
              <a:spcBef>
                <a:spcPts val="0"/>
              </a:spcBef>
              <a:spcAft>
                <a:spcPts val="0"/>
              </a:spcAft>
              <a:buClrTx/>
              <a:buSzTx/>
              <a:buFontTx/>
              <a:buNone/>
              <a:tabLst/>
            </a:pPr>
            <a:r>
              <a:rPr lang="en-US" dirty="0"/>
              <a:t>Add text</a:t>
            </a:r>
          </a:p>
        </p:txBody>
      </p:sp>
      <p:sp>
        <p:nvSpPr>
          <p:cNvPr id="36" name="Text Placeholder 34">
            <a:extLst>
              <a:ext uri="{FF2B5EF4-FFF2-40B4-BE49-F238E27FC236}">
                <a16:creationId xmlns:a16="http://schemas.microsoft.com/office/drawing/2014/main" id="{BFE65FE7-7F4C-A3B1-DE00-B506C4D55F21}"/>
              </a:ext>
            </a:extLst>
          </p:cNvPr>
          <p:cNvSpPr>
            <a:spLocks noGrp="1"/>
          </p:cNvSpPr>
          <p:nvPr>
            <p:ph type="body" sz="quarter" idx="18" hasCustomPrompt="1"/>
          </p:nvPr>
        </p:nvSpPr>
        <p:spPr>
          <a:xfrm>
            <a:off x="4589826" y="2760786"/>
            <a:ext cx="1329957" cy="380520"/>
          </a:xfrm>
          <a:prstGeom prst="roundRect">
            <a:avLst/>
          </a:prstGeom>
          <a:solidFill>
            <a:schemeClr val="accent1"/>
          </a:solidFill>
          <a:ln>
            <a:solidFill>
              <a:schemeClr val="accent1"/>
            </a:solidFill>
          </a:ln>
        </p:spPr>
        <p:txBody>
          <a:bodyPr wrap="square" lIns="91440" tIns="36000" rIns="91440" bIns="36000" rtlCol="0" anchor="ctr">
            <a:spAutoFit/>
          </a:bodyPr>
          <a:lstStyle>
            <a:lvl1pPr>
              <a:defRPr kumimoji="0" lang="en-US" sz="1800" b="0" i="0" u="none" strike="noStrike" normalizeH="0" baseline="0" smtClean="0">
                <a:ln>
                  <a:noFill/>
                </a:ln>
                <a:solidFill>
                  <a:schemeClr val="bg1"/>
                </a:solidFill>
                <a:effectLst/>
                <a:uLnTx/>
                <a:uFillTx/>
                <a:latin typeface="Poppins Medium" panose="00000600000000000000" pitchFamily="2" charset="0"/>
                <a:ea typeface="Poppins Medium"/>
                <a:cs typeface="Poppins Medium" panose="00000600000000000000" pitchFamily="2" charset="0"/>
              </a:defRPr>
            </a:lvl1pPr>
            <a:lvl2pPr>
              <a:defRPr lang="en-US" smtClean="0"/>
            </a:lvl2pPr>
            <a:lvl3pPr>
              <a:defRPr lang="en-US" smtClean="0"/>
            </a:lvl3pPr>
            <a:lvl4pPr>
              <a:defRPr lang="en-US" smtClean="0"/>
            </a:lvl4pPr>
            <a:lvl5pPr>
              <a:defRPr lang="en-CA"/>
            </a:lvl5pPr>
          </a:lstStyle>
          <a:p>
            <a:pPr marR="0" lvl="0" indent="0" algn="l" defTabSz="914400" rtl="0" fontAlgn="auto" latinLnBrk="0">
              <a:lnSpc>
                <a:spcPts val="2100"/>
              </a:lnSpc>
              <a:spcBef>
                <a:spcPts val="0"/>
              </a:spcBef>
              <a:spcAft>
                <a:spcPts val="0"/>
              </a:spcAft>
              <a:buClrTx/>
              <a:buSzTx/>
              <a:buFontTx/>
              <a:buNone/>
              <a:tabLst/>
            </a:pPr>
            <a:r>
              <a:rPr lang="en-US" dirty="0"/>
              <a:t>Add text</a:t>
            </a:r>
          </a:p>
        </p:txBody>
      </p:sp>
      <p:sp>
        <p:nvSpPr>
          <p:cNvPr id="37" name="Text Placeholder 34">
            <a:extLst>
              <a:ext uri="{FF2B5EF4-FFF2-40B4-BE49-F238E27FC236}">
                <a16:creationId xmlns:a16="http://schemas.microsoft.com/office/drawing/2014/main" id="{6AFF8AA4-6D33-7601-0CE8-0F7DE4403882}"/>
              </a:ext>
            </a:extLst>
          </p:cNvPr>
          <p:cNvSpPr>
            <a:spLocks noGrp="1"/>
          </p:cNvSpPr>
          <p:nvPr>
            <p:ph type="body" sz="quarter" idx="19" hasCustomPrompt="1"/>
          </p:nvPr>
        </p:nvSpPr>
        <p:spPr>
          <a:xfrm>
            <a:off x="4589826" y="4191001"/>
            <a:ext cx="1329957" cy="380520"/>
          </a:xfrm>
          <a:prstGeom prst="roundRect">
            <a:avLst/>
          </a:prstGeom>
          <a:solidFill>
            <a:schemeClr val="accent1"/>
          </a:solidFill>
          <a:ln>
            <a:solidFill>
              <a:schemeClr val="accent1"/>
            </a:solidFill>
          </a:ln>
        </p:spPr>
        <p:txBody>
          <a:bodyPr wrap="square" lIns="91440" tIns="36000" rIns="91440" bIns="36000" rtlCol="0" anchor="ctr">
            <a:spAutoFit/>
          </a:bodyPr>
          <a:lstStyle>
            <a:lvl1pPr>
              <a:defRPr kumimoji="0" lang="en-US" sz="1800" b="0" i="0" u="none" strike="noStrike" normalizeH="0" baseline="0" smtClean="0">
                <a:ln>
                  <a:noFill/>
                </a:ln>
                <a:solidFill>
                  <a:schemeClr val="bg1"/>
                </a:solidFill>
                <a:effectLst/>
                <a:uLnTx/>
                <a:uFillTx/>
                <a:latin typeface="Poppins Medium" panose="00000600000000000000" pitchFamily="2" charset="0"/>
                <a:ea typeface="Poppins Medium"/>
                <a:cs typeface="Poppins Medium" panose="00000600000000000000" pitchFamily="2" charset="0"/>
              </a:defRPr>
            </a:lvl1pPr>
            <a:lvl2pPr>
              <a:defRPr lang="en-US" smtClean="0"/>
            </a:lvl2pPr>
            <a:lvl3pPr>
              <a:defRPr lang="en-US" smtClean="0"/>
            </a:lvl3pPr>
            <a:lvl4pPr>
              <a:defRPr lang="en-US" smtClean="0"/>
            </a:lvl4pPr>
            <a:lvl5pPr>
              <a:defRPr lang="en-CA"/>
            </a:lvl5pPr>
          </a:lstStyle>
          <a:p>
            <a:pPr marR="0" lvl="0" indent="0" algn="l" defTabSz="914400" rtl="0" fontAlgn="auto" latinLnBrk="0">
              <a:lnSpc>
                <a:spcPts val="2100"/>
              </a:lnSpc>
              <a:spcBef>
                <a:spcPts val="0"/>
              </a:spcBef>
              <a:spcAft>
                <a:spcPts val="0"/>
              </a:spcAft>
              <a:buClrTx/>
              <a:buSzTx/>
              <a:buFontTx/>
              <a:buNone/>
              <a:tabLst/>
            </a:pPr>
            <a:r>
              <a:rPr lang="en-US" dirty="0"/>
              <a:t>Add text</a:t>
            </a:r>
          </a:p>
        </p:txBody>
      </p:sp>
      <p:sp>
        <p:nvSpPr>
          <p:cNvPr id="13" name="Text Placeholder 11">
            <a:extLst>
              <a:ext uri="{FF2B5EF4-FFF2-40B4-BE49-F238E27FC236}">
                <a16:creationId xmlns:a16="http://schemas.microsoft.com/office/drawing/2014/main" id="{2D76C069-AEBD-A7D2-4069-AABC52B783E7}"/>
              </a:ext>
            </a:extLst>
          </p:cNvPr>
          <p:cNvSpPr>
            <a:spLocks noGrp="1"/>
          </p:cNvSpPr>
          <p:nvPr>
            <p:ph type="body" sz="quarter" idx="21" hasCustomPrompt="1"/>
          </p:nvPr>
        </p:nvSpPr>
        <p:spPr>
          <a:xfrm>
            <a:off x="454025" y="485644"/>
            <a:ext cx="1895015" cy="429051"/>
          </a:xfrm>
          <a:prstGeom prst="roundRect">
            <a:avLst/>
          </a:prstGeom>
          <a:solidFill>
            <a:schemeClr val="accent2"/>
          </a:solidFill>
          <a:ln>
            <a:noFill/>
          </a:ln>
        </p:spPr>
        <p:txBody>
          <a:bodyPr anchor="ctr"/>
          <a:lstStyle>
            <a:lvl1pPr algn="ctr">
              <a:defRPr sz="1700" b="0" i="0">
                <a:latin typeface="Poppins Medium" pitchFamily="2" charset="77"/>
                <a:cs typeface="Poppins Medium" pitchFamily="2" charset="77"/>
              </a:defRPr>
            </a:lvl1pPr>
          </a:lstStyle>
          <a:p>
            <a:pPr lvl="0"/>
            <a:r>
              <a:rPr lang="en-US" dirty="0"/>
              <a:t>CLICK TO EDIT</a:t>
            </a:r>
            <a:endParaRPr lang="en-CA" dirty="0"/>
          </a:p>
        </p:txBody>
      </p:sp>
    </p:spTree>
    <p:extLst>
      <p:ext uri="{BB962C8B-B14F-4D97-AF65-F5344CB8AC3E}">
        <p14:creationId xmlns:p14="http://schemas.microsoft.com/office/powerpoint/2010/main" val="359001702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guide id="4" orient="horz" pos="14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ase study slide">
    <p:bg>
      <p:bgRef idx="1001">
        <a:schemeClr val="bg1"/>
      </p:bgRef>
    </p:bg>
    <p:spTree>
      <p:nvGrpSpPr>
        <p:cNvPr id="1" name=""/>
        <p:cNvGrpSpPr/>
        <p:nvPr/>
      </p:nvGrpSpPr>
      <p:grpSpPr>
        <a:xfrm>
          <a:off x="0" y="0"/>
          <a:ext cx="0" cy="0"/>
          <a:chOff x="0" y="0"/>
          <a:chExt cx="0" cy="0"/>
        </a:xfrm>
      </p:grpSpPr>
      <p:pic>
        <p:nvPicPr>
          <p:cNvPr id="27" name="Picture 26" descr="A black background with blue and green lines&#10;&#10;Description automatically generated">
            <a:extLst>
              <a:ext uri="{FF2B5EF4-FFF2-40B4-BE49-F238E27FC236}">
                <a16:creationId xmlns:a16="http://schemas.microsoft.com/office/drawing/2014/main" id="{BB047304-F9F6-9E66-068B-AC87B4C64590}"/>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6021299" y="0"/>
            <a:ext cx="3782477" cy="3056684"/>
          </a:xfrm>
          <a:prstGeom prst="rect">
            <a:avLst/>
          </a:prstGeom>
        </p:spPr>
      </p:pic>
      <p:sp>
        <p:nvSpPr>
          <p:cNvPr id="31" name="Rectangle 30">
            <a:extLst>
              <a:ext uri="{FF2B5EF4-FFF2-40B4-BE49-F238E27FC236}">
                <a16:creationId xmlns:a16="http://schemas.microsoft.com/office/drawing/2014/main" id="{B6C3C7A6-8C5B-CFC0-6494-41C73C3E36EB}"/>
              </a:ext>
            </a:extLst>
          </p:cNvPr>
          <p:cNvSpPr/>
          <p:nvPr userDrawn="1"/>
        </p:nvSpPr>
        <p:spPr>
          <a:xfrm>
            <a:off x="5712422" y="0"/>
            <a:ext cx="4091354" cy="2555631"/>
          </a:xfrm>
          <a:prstGeom prst="rect">
            <a:avLst/>
          </a:prstGeom>
          <a:solidFill>
            <a:srgbClr val="FFFFFF">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 Placeholder 27">
            <a:extLst>
              <a:ext uri="{FF2B5EF4-FFF2-40B4-BE49-F238E27FC236}">
                <a16:creationId xmlns:a16="http://schemas.microsoft.com/office/drawing/2014/main" id="{209E70AA-4A31-224E-50F0-6E7CCD56CBAB}"/>
              </a:ext>
            </a:extLst>
          </p:cNvPr>
          <p:cNvSpPr>
            <a:spLocks noGrp="1"/>
          </p:cNvSpPr>
          <p:nvPr>
            <p:ph type="body" sz="quarter" idx="14"/>
          </p:nvPr>
        </p:nvSpPr>
        <p:spPr>
          <a:xfrm>
            <a:off x="424807" y="508220"/>
            <a:ext cx="7333292" cy="2124866"/>
          </a:xfrm>
          <a:prstGeom prst="roundRect">
            <a:avLst>
              <a:gd name="adj" fmla="val 5763"/>
            </a:avLst>
          </a:prstGeom>
          <a:solidFill>
            <a:schemeClr val="bg1"/>
          </a:solidFill>
          <a:ln w="25400" cap="flat" cmpd="sng" algn="ctr">
            <a:solidFill>
              <a:srgbClr val="B8C3D0"/>
            </a:solidFill>
            <a:prstDash val="solid"/>
          </a:ln>
          <a:effectLst/>
        </p:spPr>
        <p:txBody>
          <a:bodyPr rtlCol="0" anchor="ctr"/>
          <a:lstStyle>
            <a:lvl1pPr>
              <a:defRPr lang="en-US" sz="1400" dirty="0" smtClean="0">
                <a:solidFill>
                  <a:schemeClr val="tx2"/>
                </a:solidFill>
                <a:latin typeface="Poppins Light" panose="00000400000000000000" pitchFamily="2" charset="0"/>
                <a:cs typeface="Poppins Light" panose="00000400000000000000" pitchFamily="2" charset="0"/>
              </a:defRPr>
            </a:lvl1pPr>
            <a:lvl2pPr>
              <a:defRPr lang="en-US" dirty="0" smtClean="0"/>
            </a:lvl2pPr>
            <a:lvl3pPr>
              <a:defRPr lang="en-US" dirty="0" smtClean="0"/>
            </a:lvl3pPr>
            <a:lvl4pPr>
              <a:defRPr lang="en-US" dirty="0" smtClean="0"/>
            </a:lvl4pPr>
            <a:lvl5pPr>
              <a:defRPr lang="en-CA" dirty="0"/>
            </a:lvl5pPr>
          </a:lstStyle>
          <a:p>
            <a:pPr marL="180000" lvl="0" algn="l" rtl="0">
              <a:spcBef>
                <a:spcPts val="600"/>
              </a:spcBef>
              <a:spcAft>
                <a:spcPts val="600"/>
              </a:spcAft>
              <a:buClr>
                <a:srgbClr val="1F96E3"/>
              </a:buClr>
              <a:buSzPct val="120000"/>
            </a:pPr>
            <a:r>
              <a:rPr lang="en-US" dirty="0"/>
              <a:t>Click to edit Master text styles</a:t>
            </a:r>
          </a:p>
        </p:txBody>
      </p:sp>
      <p:sp>
        <p:nvSpPr>
          <p:cNvPr id="29" name="Text Placeholder 27">
            <a:extLst>
              <a:ext uri="{FF2B5EF4-FFF2-40B4-BE49-F238E27FC236}">
                <a16:creationId xmlns:a16="http://schemas.microsoft.com/office/drawing/2014/main" id="{D960A942-453E-21AD-2166-2C59E97623DB}"/>
              </a:ext>
            </a:extLst>
          </p:cNvPr>
          <p:cNvSpPr>
            <a:spLocks noGrp="1"/>
          </p:cNvSpPr>
          <p:nvPr>
            <p:ph type="body" sz="quarter" idx="15"/>
          </p:nvPr>
        </p:nvSpPr>
        <p:spPr>
          <a:xfrm>
            <a:off x="424807" y="2970938"/>
            <a:ext cx="7333292" cy="1096848"/>
          </a:xfrm>
          <a:prstGeom prst="roundRect">
            <a:avLst>
              <a:gd name="adj" fmla="val 5763"/>
            </a:avLst>
          </a:prstGeom>
          <a:solidFill>
            <a:schemeClr val="bg1"/>
          </a:solidFill>
          <a:ln w="25400" cap="flat" cmpd="sng" algn="ctr">
            <a:solidFill>
              <a:srgbClr val="B8C3D0"/>
            </a:solidFill>
            <a:prstDash val="solid"/>
          </a:ln>
          <a:effectLst/>
        </p:spPr>
        <p:txBody>
          <a:bodyPr rtlCol="0" anchor="ctr"/>
          <a:lstStyle>
            <a:lvl1pPr>
              <a:defRPr lang="en-US" sz="1400" dirty="0" smtClean="0">
                <a:solidFill>
                  <a:schemeClr val="tx2"/>
                </a:solidFill>
                <a:latin typeface="Poppins Light" panose="00000400000000000000" pitchFamily="2" charset="0"/>
                <a:cs typeface="Poppins Light" panose="00000400000000000000" pitchFamily="2" charset="0"/>
              </a:defRPr>
            </a:lvl1pPr>
            <a:lvl2pPr>
              <a:defRPr lang="en-US" dirty="0" smtClean="0"/>
            </a:lvl2pPr>
            <a:lvl3pPr>
              <a:defRPr lang="en-US" dirty="0" smtClean="0"/>
            </a:lvl3pPr>
            <a:lvl4pPr>
              <a:defRPr lang="en-US" dirty="0" smtClean="0"/>
            </a:lvl4pPr>
            <a:lvl5pPr>
              <a:defRPr lang="en-CA" dirty="0"/>
            </a:lvl5pPr>
          </a:lstStyle>
          <a:p>
            <a:pPr marL="180000" lvl="0" algn="l" rtl="0">
              <a:spcBef>
                <a:spcPts val="600"/>
              </a:spcBef>
              <a:spcAft>
                <a:spcPts val="600"/>
              </a:spcAft>
              <a:buClr>
                <a:srgbClr val="1F96E3"/>
              </a:buClr>
              <a:buSzPct val="120000"/>
            </a:pPr>
            <a:r>
              <a:rPr lang="en-US" dirty="0"/>
              <a:t>Click to edit Master text styles</a:t>
            </a:r>
          </a:p>
        </p:txBody>
      </p:sp>
      <p:sp>
        <p:nvSpPr>
          <p:cNvPr id="30" name="Text Placeholder 27">
            <a:extLst>
              <a:ext uri="{FF2B5EF4-FFF2-40B4-BE49-F238E27FC236}">
                <a16:creationId xmlns:a16="http://schemas.microsoft.com/office/drawing/2014/main" id="{B6F6A94F-2572-958E-45CD-5F22AD5E0E37}"/>
              </a:ext>
            </a:extLst>
          </p:cNvPr>
          <p:cNvSpPr>
            <a:spLocks noGrp="1"/>
          </p:cNvSpPr>
          <p:nvPr>
            <p:ph type="body" sz="quarter" idx="16"/>
          </p:nvPr>
        </p:nvSpPr>
        <p:spPr>
          <a:xfrm>
            <a:off x="424807" y="4424598"/>
            <a:ext cx="7333292" cy="1925183"/>
          </a:xfrm>
          <a:prstGeom prst="roundRect">
            <a:avLst>
              <a:gd name="adj" fmla="val 5763"/>
            </a:avLst>
          </a:prstGeom>
          <a:solidFill>
            <a:schemeClr val="bg1"/>
          </a:solidFill>
          <a:ln w="25400" cap="flat" cmpd="sng" algn="ctr">
            <a:solidFill>
              <a:srgbClr val="B8C3D0"/>
            </a:solidFill>
            <a:prstDash val="solid"/>
          </a:ln>
          <a:effectLst/>
        </p:spPr>
        <p:txBody>
          <a:bodyPr rtlCol="0" anchor="ctr"/>
          <a:lstStyle>
            <a:lvl1pPr>
              <a:defRPr lang="en-US" sz="1400" dirty="0" smtClean="0">
                <a:solidFill>
                  <a:schemeClr val="tx2"/>
                </a:solidFill>
                <a:latin typeface="Poppins Light" panose="00000400000000000000" pitchFamily="2" charset="0"/>
                <a:cs typeface="Poppins Light" panose="00000400000000000000" pitchFamily="2" charset="0"/>
              </a:defRPr>
            </a:lvl1pPr>
            <a:lvl2pPr>
              <a:defRPr lang="en-US" dirty="0" smtClean="0"/>
            </a:lvl2pPr>
            <a:lvl3pPr>
              <a:defRPr lang="en-US" dirty="0" smtClean="0"/>
            </a:lvl3pPr>
            <a:lvl4pPr>
              <a:defRPr lang="en-US" dirty="0" smtClean="0"/>
            </a:lvl4pPr>
            <a:lvl5pPr>
              <a:defRPr lang="en-CA" dirty="0"/>
            </a:lvl5pPr>
          </a:lstStyle>
          <a:p>
            <a:pPr marL="180000" lvl="0" algn="l" rtl="0">
              <a:spcBef>
                <a:spcPts val="600"/>
              </a:spcBef>
              <a:spcAft>
                <a:spcPts val="600"/>
              </a:spcAft>
              <a:buClr>
                <a:srgbClr val="1F96E3"/>
              </a:buClr>
              <a:buSzPct val="120000"/>
            </a:pPr>
            <a:r>
              <a:rPr lang="en-US" dirty="0"/>
              <a:t>Click to edit Master text styles</a:t>
            </a:r>
          </a:p>
        </p:txBody>
      </p:sp>
      <p:sp>
        <p:nvSpPr>
          <p:cNvPr id="24" name="Picture Placeholder 23">
            <a:extLst>
              <a:ext uri="{FF2B5EF4-FFF2-40B4-BE49-F238E27FC236}">
                <a16:creationId xmlns:a16="http://schemas.microsoft.com/office/drawing/2014/main" id="{A4059FA8-441F-FFD1-11B8-E27427DCD74D}"/>
              </a:ext>
            </a:extLst>
          </p:cNvPr>
          <p:cNvSpPr>
            <a:spLocks noGrp="1"/>
          </p:cNvSpPr>
          <p:nvPr>
            <p:ph type="pic" sz="quarter" idx="13"/>
          </p:nvPr>
        </p:nvSpPr>
        <p:spPr>
          <a:xfrm>
            <a:off x="8266771" y="0"/>
            <a:ext cx="3925229" cy="6857999"/>
          </a:xfrm>
          <a:prstGeom prst="rect">
            <a:avLst/>
          </a:prstGeom>
          <a:solidFill>
            <a:schemeClr val="accent6">
              <a:lumMod val="90000"/>
            </a:schemeClr>
          </a:solidFill>
        </p:spPr>
        <p:txBody>
          <a:bodyPr/>
          <a:lstStyle/>
          <a:p>
            <a:endParaRPr lang="en-CA" dirty="0"/>
          </a:p>
        </p:txBody>
      </p:sp>
      <p:sp>
        <p:nvSpPr>
          <p:cNvPr id="5" name="TextBox 4">
            <a:extLst>
              <a:ext uri="{FF2B5EF4-FFF2-40B4-BE49-F238E27FC236}">
                <a16:creationId xmlns:a16="http://schemas.microsoft.com/office/drawing/2014/main" id="{9D0F7306-62C5-7F27-23DD-A3B2C955DB29}"/>
              </a:ext>
            </a:extLst>
          </p:cNvPr>
          <p:cNvSpPr txBox="1"/>
          <p:nvPr userDrawn="1"/>
        </p:nvSpPr>
        <p:spPr>
          <a:xfrm flipH="1">
            <a:off x="4957669" y="6349782"/>
            <a:ext cx="3233968" cy="457201"/>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solidFill>
                  <a:schemeClr val="accent3"/>
                </a:solidFill>
                <a:latin typeface="Poppins Medium" panose="00000600000000000000" pitchFamily="2" charset="0"/>
                <a:cs typeface="Poppins Medium" panose="00000600000000000000" pitchFamily="2" charset="0"/>
              </a:rPr>
              <a:t>For internal use only - Confidential 	</a:t>
            </a:r>
            <a:r>
              <a:rPr lang="en-US" sz="900" dirty="0">
                <a:solidFill>
                  <a:schemeClr val="tx1"/>
                </a:solidFill>
                <a:latin typeface="Poppins Medium" panose="00000600000000000000" pitchFamily="2" charset="0"/>
                <a:cs typeface="Poppins Medium" panose="00000600000000000000" pitchFamily="2" charset="0"/>
              </a:rPr>
              <a:t>/ </a:t>
            </a:r>
            <a:fld id="{48F63A3B-78C7-47BE-AE5E-E10140E04643}" type="slidenum">
              <a:rPr lang="en-US" sz="900" smtClean="0">
                <a:solidFill>
                  <a:schemeClr val="tx1"/>
                </a:solidFill>
                <a:latin typeface="+mn-lt"/>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900" dirty="0">
                <a:solidFill>
                  <a:schemeClr val="tx1"/>
                </a:solidFill>
              </a:rPr>
              <a:t> </a:t>
            </a:r>
          </a:p>
        </p:txBody>
      </p:sp>
      <p:sp>
        <p:nvSpPr>
          <p:cNvPr id="8" name="Slide Number Placeholder 2">
            <a:extLst>
              <a:ext uri="{FF2B5EF4-FFF2-40B4-BE49-F238E27FC236}">
                <a16:creationId xmlns:a16="http://schemas.microsoft.com/office/drawing/2014/main" id="{FCA67FB0-4317-5F17-1065-034DACD12FD6}"/>
              </a:ext>
            </a:extLst>
          </p:cNvPr>
          <p:cNvSpPr>
            <a:spLocks noGrp="1"/>
          </p:cNvSpPr>
          <p:nvPr>
            <p:ph type="sldNum" sz="quarter" idx="4294967295"/>
          </p:nvPr>
        </p:nvSpPr>
        <p:spPr>
          <a:xfrm>
            <a:off x="11582400" y="6246813"/>
            <a:ext cx="609600" cy="39687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CA" sz="1800" b="0" i="0" u="none" strike="noStrike" cap="none" normalizeH="0" baseline="0" noProof="0">
                <a:ln>
                  <a:noFill/>
                </a:ln>
                <a:solidFill>
                  <a:prstClr val="white"/>
                </a:solidFill>
                <a:effectLst/>
                <a:uLnTx/>
                <a:uFillTx/>
                <a:latin typeface="Poppins Light"/>
                <a:ea typeface="Poppins Light"/>
                <a:cs typeface="+mn-cs"/>
              </a:rPr>
              <a:t> </a:t>
            </a:r>
          </a:p>
        </p:txBody>
      </p:sp>
      <p:sp>
        <p:nvSpPr>
          <p:cNvPr id="22" name="Text Placeholder 20">
            <a:extLst>
              <a:ext uri="{FF2B5EF4-FFF2-40B4-BE49-F238E27FC236}">
                <a16:creationId xmlns:a16="http://schemas.microsoft.com/office/drawing/2014/main" id="{8714BA62-156E-C587-288C-0FDE20ED618B}"/>
              </a:ext>
            </a:extLst>
          </p:cNvPr>
          <p:cNvSpPr>
            <a:spLocks noGrp="1"/>
          </p:cNvSpPr>
          <p:nvPr>
            <p:ph type="body" sz="quarter" idx="12"/>
          </p:nvPr>
        </p:nvSpPr>
        <p:spPr>
          <a:xfrm>
            <a:off x="8675501" y="1383566"/>
            <a:ext cx="3229415" cy="1611817"/>
          </a:xfrm>
          <a:prstGeom prst="rect">
            <a:avLst/>
          </a:prstGeom>
        </p:spPr>
        <p:txBody>
          <a:bodyPr vert="horz" lIns="0" tIns="0" rIns="0" bIns="0" rtlCol="0" anchor="ctr" anchorCtr="0">
            <a:noAutofit/>
          </a:bodyPr>
          <a:lstStyle>
            <a:lvl1pPr>
              <a:defRPr lang="en-US" sz="3600" smtClean="0">
                <a:solidFill>
                  <a:schemeClr val="bg1"/>
                </a:solidFill>
                <a:latin typeface="Poppins Light" panose="00000400000000000000" pitchFamily="2" charset="0"/>
                <a:ea typeface="Poppins Light"/>
                <a:cs typeface="Poppins Light" panose="00000400000000000000" pitchFamily="2" charset="0"/>
              </a:defRPr>
            </a:lvl1pPr>
            <a:lvl2pPr>
              <a:defRPr lang="en-US" smtClean="0"/>
            </a:lvl2pPr>
            <a:lvl3pPr>
              <a:defRPr lang="en-US" smtClean="0"/>
            </a:lvl3pPr>
            <a:lvl4pPr>
              <a:defRPr lang="en-US" smtClean="0"/>
            </a:lvl4pPr>
            <a:lvl5pPr>
              <a:defRPr lang="en-CA"/>
            </a:lvl5pPr>
          </a:lstStyle>
          <a:p>
            <a:pPr lvl="0" algn="l" rtl="0">
              <a:lnSpc>
                <a:spcPct val="90000"/>
              </a:lnSpc>
            </a:pPr>
            <a:r>
              <a:rPr lang="en-US" dirty="0"/>
              <a:t>Click to edit Master text styles</a:t>
            </a:r>
          </a:p>
        </p:txBody>
      </p:sp>
      <p:sp>
        <p:nvSpPr>
          <p:cNvPr id="35" name="Text Placeholder 34">
            <a:extLst>
              <a:ext uri="{FF2B5EF4-FFF2-40B4-BE49-F238E27FC236}">
                <a16:creationId xmlns:a16="http://schemas.microsoft.com/office/drawing/2014/main" id="{D58929C6-8520-BF3E-34B3-015532D8A9C5}"/>
              </a:ext>
            </a:extLst>
          </p:cNvPr>
          <p:cNvSpPr>
            <a:spLocks noGrp="1"/>
          </p:cNvSpPr>
          <p:nvPr>
            <p:ph type="body" sz="quarter" idx="17" hasCustomPrompt="1"/>
          </p:nvPr>
        </p:nvSpPr>
        <p:spPr>
          <a:xfrm>
            <a:off x="613126" y="326408"/>
            <a:ext cx="1329957" cy="380520"/>
          </a:xfrm>
          <a:prstGeom prst="roundRect">
            <a:avLst/>
          </a:prstGeom>
          <a:solidFill>
            <a:schemeClr val="accent1"/>
          </a:solidFill>
          <a:ln>
            <a:solidFill>
              <a:schemeClr val="accent1"/>
            </a:solidFill>
          </a:ln>
        </p:spPr>
        <p:txBody>
          <a:bodyPr wrap="square" lIns="91440" tIns="36000" rIns="91440" bIns="36000" rtlCol="0" anchor="ctr">
            <a:spAutoFit/>
          </a:bodyPr>
          <a:lstStyle>
            <a:lvl1pPr>
              <a:defRPr kumimoji="0" lang="en-US" sz="1800" b="0" i="0" u="none" strike="noStrike" normalizeH="0" baseline="0" smtClean="0">
                <a:ln>
                  <a:noFill/>
                </a:ln>
                <a:solidFill>
                  <a:schemeClr val="bg1"/>
                </a:solidFill>
                <a:effectLst/>
                <a:uLnTx/>
                <a:uFillTx/>
                <a:latin typeface="Poppins Medium" panose="00000600000000000000" pitchFamily="2" charset="0"/>
                <a:ea typeface="Poppins Medium"/>
                <a:cs typeface="Poppins Medium" panose="00000600000000000000" pitchFamily="2" charset="0"/>
              </a:defRPr>
            </a:lvl1pPr>
            <a:lvl2pPr>
              <a:defRPr lang="en-US" smtClean="0"/>
            </a:lvl2pPr>
            <a:lvl3pPr>
              <a:defRPr lang="en-US" smtClean="0"/>
            </a:lvl3pPr>
            <a:lvl4pPr>
              <a:defRPr lang="en-US" smtClean="0"/>
            </a:lvl4pPr>
            <a:lvl5pPr>
              <a:defRPr lang="en-CA"/>
            </a:lvl5pPr>
          </a:lstStyle>
          <a:p>
            <a:pPr marR="0" lvl="0" indent="0" algn="l" defTabSz="914400" rtl="0" fontAlgn="auto" latinLnBrk="0">
              <a:lnSpc>
                <a:spcPts val="2100"/>
              </a:lnSpc>
              <a:spcBef>
                <a:spcPts val="0"/>
              </a:spcBef>
              <a:spcAft>
                <a:spcPts val="0"/>
              </a:spcAft>
              <a:buClrTx/>
              <a:buSzTx/>
              <a:buFontTx/>
              <a:buNone/>
              <a:tabLst/>
            </a:pPr>
            <a:r>
              <a:rPr lang="en-US" dirty="0"/>
              <a:t>Add text</a:t>
            </a:r>
          </a:p>
        </p:txBody>
      </p:sp>
      <p:sp>
        <p:nvSpPr>
          <p:cNvPr id="36" name="Text Placeholder 34">
            <a:extLst>
              <a:ext uri="{FF2B5EF4-FFF2-40B4-BE49-F238E27FC236}">
                <a16:creationId xmlns:a16="http://schemas.microsoft.com/office/drawing/2014/main" id="{BFE65FE7-7F4C-A3B1-DE00-B506C4D55F21}"/>
              </a:ext>
            </a:extLst>
          </p:cNvPr>
          <p:cNvSpPr>
            <a:spLocks noGrp="1"/>
          </p:cNvSpPr>
          <p:nvPr>
            <p:ph type="body" sz="quarter" idx="18" hasCustomPrompt="1"/>
          </p:nvPr>
        </p:nvSpPr>
        <p:spPr>
          <a:xfrm>
            <a:off x="613125" y="2760786"/>
            <a:ext cx="1329957" cy="380520"/>
          </a:xfrm>
          <a:prstGeom prst="roundRect">
            <a:avLst/>
          </a:prstGeom>
          <a:solidFill>
            <a:schemeClr val="accent1"/>
          </a:solidFill>
          <a:ln>
            <a:solidFill>
              <a:schemeClr val="accent1"/>
            </a:solidFill>
          </a:ln>
        </p:spPr>
        <p:txBody>
          <a:bodyPr wrap="square" lIns="91440" tIns="36000" rIns="91440" bIns="36000" rtlCol="0" anchor="ctr">
            <a:spAutoFit/>
          </a:bodyPr>
          <a:lstStyle>
            <a:lvl1pPr>
              <a:defRPr kumimoji="0" lang="en-US" sz="1800" b="0" i="0" u="none" strike="noStrike" normalizeH="0" baseline="0" smtClean="0">
                <a:ln>
                  <a:noFill/>
                </a:ln>
                <a:solidFill>
                  <a:schemeClr val="bg1"/>
                </a:solidFill>
                <a:effectLst/>
                <a:uLnTx/>
                <a:uFillTx/>
                <a:latin typeface="Poppins Medium" panose="00000600000000000000" pitchFamily="2" charset="0"/>
                <a:ea typeface="Poppins Medium"/>
                <a:cs typeface="Poppins Medium" panose="00000600000000000000" pitchFamily="2" charset="0"/>
              </a:defRPr>
            </a:lvl1pPr>
            <a:lvl2pPr>
              <a:defRPr lang="en-US" smtClean="0"/>
            </a:lvl2pPr>
            <a:lvl3pPr>
              <a:defRPr lang="en-US" smtClean="0"/>
            </a:lvl3pPr>
            <a:lvl4pPr>
              <a:defRPr lang="en-US" smtClean="0"/>
            </a:lvl4pPr>
            <a:lvl5pPr>
              <a:defRPr lang="en-CA"/>
            </a:lvl5pPr>
          </a:lstStyle>
          <a:p>
            <a:pPr marR="0" lvl="0" indent="0" algn="l" defTabSz="914400" rtl="0" fontAlgn="auto" latinLnBrk="0">
              <a:lnSpc>
                <a:spcPts val="2100"/>
              </a:lnSpc>
              <a:spcBef>
                <a:spcPts val="0"/>
              </a:spcBef>
              <a:spcAft>
                <a:spcPts val="0"/>
              </a:spcAft>
              <a:buClrTx/>
              <a:buSzTx/>
              <a:buFontTx/>
              <a:buNone/>
              <a:tabLst/>
            </a:pPr>
            <a:r>
              <a:rPr lang="en-US" dirty="0"/>
              <a:t>Add text</a:t>
            </a:r>
          </a:p>
        </p:txBody>
      </p:sp>
      <p:sp>
        <p:nvSpPr>
          <p:cNvPr id="37" name="Text Placeholder 34">
            <a:extLst>
              <a:ext uri="{FF2B5EF4-FFF2-40B4-BE49-F238E27FC236}">
                <a16:creationId xmlns:a16="http://schemas.microsoft.com/office/drawing/2014/main" id="{6AFF8AA4-6D33-7601-0CE8-0F7DE4403882}"/>
              </a:ext>
            </a:extLst>
          </p:cNvPr>
          <p:cNvSpPr>
            <a:spLocks noGrp="1"/>
          </p:cNvSpPr>
          <p:nvPr>
            <p:ph type="body" sz="quarter" idx="19" hasCustomPrompt="1"/>
          </p:nvPr>
        </p:nvSpPr>
        <p:spPr>
          <a:xfrm>
            <a:off x="613125" y="4191001"/>
            <a:ext cx="1329957" cy="380520"/>
          </a:xfrm>
          <a:prstGeom prst="roundRect">
            <a:avLst/>
          </a:prstGeom>
          <a:solidFill>
            <a:schemeClr val="accent1"/>
          </a:solidFill>
          <a:ln>
            <a:solidFill>
              <a:schemeClr val="accent1"/>
            </a:solidFill>
          </a:ln>
        </p:spPr>
        <p:txBody>
          <a:bodyPr wrap="square" lIns="91440" tIns="36000" rIns="91440" bIns="36000" rtlCol="0" anchor="ctr">
            <a:spAutoFit/>
          </a:bodyPr>
          <a:lstStyle>
            <a:lvl1pPr>
              <a:defRPr kumimoji="0" lang="en-US" sz="1800" b="0" i="0" u="none" strike="noStrike" normalizeH="0" baseline="0" smtClean="0">
                <a:ln>
                  <a:noFill/>
                </a:ln>
                <a:solidFill>
                  <a:schemeClr val="bg1"/>
                </a:solidFill>
                <a:effectLst/>
                <a:uLnTx/>
                <a:uFillTx/>
                <a:latin typeface="Poppins Medium" panose="00000600000000000000" pitchFamily="2" charset="0"/>
                <a:ea typeface="Poppins Medium"/>
                <a:cs typeface="Poppins Medium" panose="00000600000000000000" pitchFamily="2" charset="0"/>
              </a:defRPr>
            </a:lvl1pPr>
            <a:lvl2pPr>
              <a:defRPr lang="en-US" smtClean="0"/>
            </a:lvl2pPr>
            <a:lvl3pPr>
              <a:defRPr lang="en-US" smtClean="0"/>
            </a:lvl3pPr>
            <a:lvl4pPr>
              <a:defRPr lang="en-US" smtClean="0"/>
            </a:lvl4pPr>
            <a:lvl5pPr>
              <a:defRPr lang="en-CA"/>
            </a:lvl5pPr>
          </a:lstStyle>
          <a:p>
            <a:pPr marR="0" lvl="0" indent="0" algn="l" defTabSz="914400" rtl="0" fontAlgn="auto" latinLnBrk="0">
              <a:lnSpc>
                <a:spcPts val="2100"/>
              </a:lnSpc>
              <a:spcBef>
                <a:spcPts val="0"/>
              </a:spcBef>
              <a:spcAft>
                <a:spcPts val="0"/>
              </a:spcAft>
              <a:buClrTx/>
              <a:buSzTx/>
              <a:buFontTx/>
              <a:buNone/>
              <a:tabLst/>
            </a:pPr>
            <a:r>
              <a:rPr lang="en-US" dirty="0"/>
              <a:t>Add text</a:t>
            </a:r>
          </a:p>
        </p:txBody>
      </p:sp>
      <p:pic>
        <p:nvPicPr>
          <p:cNvPr id="17" name="Graphic 16">
            <a:extLst>
              <a:ext uri="{FF2B5EF4-FFF2-40B4-BE49-F238E27FC236}">
                <a16:creationId xmlns:a16="http://schemas.microsoft.com/office/drawing/2014/main" id="{E1B16935-53E4-AB4D-A280-9EC5C0FF4838}"/>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9474" y="6455740"/>
            <a:ext cx="774583" cy="245285"/>
          </a:xfrm>
          <a:prstGeom prst="rect">
            <a:avLst/>
          </a:prstGeom>
        </p:spPr>
      </p:pic>
      <p:sp>
        <p:nvSpPr>
          <p:cNvPr id="26" name="Text Placeholder 11">
            <a:extLst>
              <a:ext uri="{FF2B5EF4-FFF2-40B4-BE49-F238E27FC236}">
                <a16:creationId xmlns:a16="http://schemas.microsoft.com/office/drawing/2014/main" id="{FD777475-FB7B-371C-20F5-D6CBB72EC169}"/>
              </a:ext>
            </a:extLst>
          </p:cNvPr>
          <p:cNvSpPr>
            <a:spLocks noGrp="1"/>
          </p:cNvSpPr>
          <p:nvPr>
            <p:ph type="body" sz="quarter" idx="21" hasCustomPrompt="1"/>
          </p:nvPr>
        </p:nvSpPr>
        <p:spPr>
          <a:xfrm>
            <a:off x="8762475" y="485644"/>
            <a:ext cx="1895015" cy="429051"/>
          </a:xfrm>
          <a:prstGeom prst="roundRect">
            <a:avLst/>
          </a:prstGeom>
          <a:solidFill>
            <a:schemeClr val="accent2"/>
          </a:solidFill>
          <a:ln>
            <a:noFill/>
          </a:ln>
        </p:spPr>
        <p:txBody>
          <a:bodyPr anchor="ctr"/>
          <a:lstStyle>
            <a:lvl1pPr algn="ctr">
              <a:defRPr sz="1700" b="0" i="0">
                <a:latin typeface="Poppins Medium" pitchFamily="2" charset="77"/>
                <a:cs typeface="Poppins Medium" pitchFamily="2" charset="77"/>
              </a:defRPr>
            </a:lvl1pPr>
          </a:lstStyle>
          <a:p>
            <a:pPr lvl="0"/>
            <a:r>
              <a:rPr lang="en-US" dirty="0"/>
              <a:t>CLICK TO EDIT</a:t>
            </a:r>
            <a:endParaRPr lang="en-CA" dirty="0"/>
          </a:p>
        </p:txBody>
      </p:sp>
    </p:spTree>
    <p:extLst>
      <p:ext uri="{BB962C8B-B14F-4D97-AF65-F5344CB8AC3E}">
        <p14:creationId xmlns:p14="http://schemas.microsoft.com/office/powerpoint/2010/main" val="343073576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guide id="4" orient="horz" pos="14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Blank">
    <p:bg>
      <p:bgPr>
        <a:solidFill>
          <a:schemeClr val="bg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74E27C9B-7B17-9144-DCF0-0982EA9AA97F}"/>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19474" y="6455740"/>
            <a:ext cx="774583" cy="245285"/>
          </a:xfrm>
          <a:prstGeom prst="rect">
            <a:avLst/>
          </a:prstGeom>
        </p:spPr>
      </p:pic>
    </p:spTree>
    <p:extLst>
      <p:ext uri="{BB962C8B-B14F-4D97-AF65-F5344CB8AC3E}">
        <p14:creationId xmlns:p14="http://schemas.microsoft.com/office/powerpoint/2010/main" val="315027857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288" userDrawn="1">
          <p15:clr>
            <a:srgbClr val="FBAE40"/>
          </p15:clr>
        </p15:guide>
        <p15:guide id="4" orient="horz" pos="144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91" r:id="rId2"/>
    <p:sldLayoutId id="2147483685" r:id="rId3"/>
    <p:sldLayoutId id="2147483725" r:id="rId4"/>
    <p:sldLayoutId id="2147483720" r:id="rId5"/>
    <p:sldLayoutId id="2147483664" r:id="rId6"/>
    <p:sldLayoutId id="2147483719" r:id="rId7"/>
    <p:sldLayoutId id="2147483721" r:id="rId8"/>
    <p:sldLayoutId id="2147483715" r:id="rId9"/>
    <p:sldLayoutId id="2147483716" r:id="rId10"/>
    <p:sldLayoutId id="2147483699" r:id="rId11"/>
    <p:sldLayoutId id="2147483724" r:id="rId12"/>
    <p:sldLayoutId id="2147483723" r:id="rId13"/>
    <p:sldLayoutId id="2147483729" r:id="rId14"/>
    <p:sldLayoutId id="2147483730" r:id="rId15"/>
    <p:sldLayoutId id="2147483714" r:id="rId16"/>
  </p:sldLayoutIdLst>
  <p:hf hdr="0" dt="0"/>
  <p:txStyles>
    <p:titleStyle>
      <a:lvl1pPr eaLnBrk="1" hangingPunct="1">
        <a:defRPr sz="3600">
          <a:solidFill>
            <a:schemeClr val="tx1"/>
          </a:solidFill>
          <a:latin typeface="+mj-lt"/>
          <a:ea typeface="+mj-ea"/>
          <a:cs typeface="+mj-cs"/>
        </a:defRPr>
      </a:lvl1pPr>
    </p:titleStyle>
    <p:bodyStyle>
      <a:lvl1pPr marL="0" eaLnBrk="1" hangingPunct="1">
        <a:defRPr>
          <a:solidFill>
            <a:schemeClr val="tx1"/>
          </a:solidFill>
          <a:latin typeface="+mn-lt"/>
          <a:ea typeface="+mn-ea"/>
          <a:cs typeface="+mn-cs"/>
        </a:defRPr>
      </a:lvl1pPr>
      <a:lvl2pPr marL="0" indent="0" eaLnBrk="1" hangingPunct="1">
        <a:buClr>
          <a:schemeClr val="accent1"/>
        </a:buClr>
        <a:buSzPct val="120000"/>
        <a:buFont typeface="Poppins" panose="00000500000000000000" pitchFamily="2" charset="0"/>
        <a:buChar char="⁄"/>
        <a:defRPr>
          <a:solidFill>
            <a:schemeClr val="tx1"/>
          </a:solidFill>
          <a:latin typeface="+mn-lt"/>
          <a:ea typeface="+mn-ea"/>
          <a:cs typeface="+mn-cs"/>
        </a:defRPr>
      </a:lvl2pPr>
      <a:lvl3pPr marL="914400" eaLnBrk="1" hangingPunct="1">
        <a:defRPr>
          <a:solidFill>
            <a:schemeClr val="tx1"/>
          </a:solidFill>
          <a:latin typeface="+mn-lt"/>
          <a:ea typeface="+mn-ea"/>
          <a:cs typeface="+mn-cs"/>
        </a:defRPr>
      </a:lvl3pPr>
      <a:lvl4pPr marL="1371600" eaLnBrk="1" hangingPunct="1">
        <a:defRPr>
          <a:solidFill>
            <a:schemeClr val="tx1"/>
          </a:solidFill>
          <a:latin typeface="+mn-lt"/>
          <a:ea typeface="+mn-ea"/>
          <a:cs typeface="+mn-cs"/>
        </a:defRPr>
      </a:lvl4pPr>
      <a:lvl5pPr marL="1828800" eaLnBrk="1" hangingPunct="1">
        <a:defRPr>
          <a:solidFill>
            <a:schemeClr val="tx1"/>
          </a:solidFill>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Contexte et portée du mandat 6</a:t>
            </a:r>
          </a:p>
        </p:txBody>
      </p:sp>
      <p:sp>
        <p:nvSpPr>
          <p:cNvPr id="3" name="Text Placeholder 2"/>
          <p:cNvSpPr>
            <a:spLocks noGrp="1"/>
          </p:cNvSpPr>
          <p:nvPr>
            <p:ph type="body" idx="11" sz="quarter"/>
          </p:nvPr>
        </p:nvSpPr>
        <p:spPr/>
        <p:txBody>
          <a:bodyPr/>
          <a:lstStyle/>
          <a:p>
            <a:r>
              <a:t>2 ÉTAT ACTUEL (As-Is) 7</a:t>
            </a:r>
          </a:p>
        </p:txBody>
      </p:sp>
      <p:sp>
        <p:nvSpPr>
          <p:cNvPr id="4" name="Text Placeholder 3"/>
          <p:cNvSpPr>
            <a:spLocks noGrp="1"/>
          </p:cNvSpPr>
          <p:nvPr>
            <p:ph type="body" idx="12" sz="quarter"/>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Contexte et portée du mandat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Contexte et portée du mandat (1)</a:t>
            </a:r>
          </a:p>
        </p:txBody>
      </p:sp>
      <p:sp>
        <p:nvSpPr>
          <p:cNvPr id="3" name="Text Placeholder 2"/>
          <p:cNvSpPr>
            <a:spLocks noGrp="1"/>
          </p:cNvSpPr>
          <p:nvPr>
            <p:ph type="body" idx="11" sz="quarter"/>
          </p:nvPr>
        </p:nvSpPr>
        <p:spPr/>
        <p:txBody>
          <a:bodyPr/>
          <a:lstStyle/>
          <a:p>
            <a:pPr>
              <a:defRPr sz="1200"/>
            </a:pPr>
            <a:r>
              <a:t>Dans le cadre de l’appel d’offres BIXI-2026-02, BIXI Montréal a retenu les services d’Alithya pour l’accompagner dans la préparation et la réalisation de la migration de son infrastructure vers le cloud AWS. Le présent document constitue le livrable principal du Lot 2 — Architecture &amp; Infrastructure TI, un mandat complémentaire au Lot 1 (Ingénierie de données), également confié à Alithya. Cette double attribution permet d’assurer une cohérence entre la modernisation du pipeline de données et la migration de l’infrastructure sous-jacente.</a:t>
            </a:r>
          </a:p>
          <a:p>
            <a:pPr>
              <a:defRPr sz="1200"/>
            </a:pPr>
            <a:r>
              <a:t>La mission d’Alithya couvre à la fois un rôle-conseil en architecture de solutions AWS et une intervention opérationnelle dans la conception, la réalisation et la documentation de la migration. L’enveloppe budgétaire allouée est de 550 heures.</a:t>
            </a:r>
          </a:p>
          <a:p>
            <a:pPr>
              <a:defRPr sz="1200"/>
            </a:pPr>
            <a:r>
              <a:t>Le périmètre porte sur deux composants principaux actuellement hébergés on-premises : Scripts Python exécutés sur une VM Windows (automatisation opérationnelle et intégrations avec les services externes), et l’application Panorama (tableau de bord opérationnel déployé via Docker). Ces composants doivent être migrés vers des services AWS managés, tout en maintenant la continuité opérationnelle.</a:t>
            </a:r>
          </a:p>
          <a:p>
            <a:pPr>
              <a:defRPr sz="1200"/>
            </a:pPr>
            <a:r>
              <a:t>Ce mandat s’inscrit dans un contexte de double migration : en parallèle de la migration AWS, Lyft Urban Solutions — le fournisseur SaaS qui opère l’application mobile et les APIs opérationnelles de BIXI — procédera à une migration de sa propre plateforme en novembre-décembre 2026. La planification de la migration AWS doit donc tenir compte de cette échéance fixe imposée par le fournisseur.</a:t>
            </a:r>
          </a:p>
          <a:p>
            <a:pPr>
              <a:defRPr sz="1200"/>
            </a:pPr>
            <a:r>
              <a:t>Le présent document d'analyse couvre trois axes de migration principaux, qui structurent l'ensemble de la démarche :</a:t>
            </a:r>
          </a:p>
          <a:p>
            <a:pPr>
              <a:defRPr sz="1200"/>
            </a:pPr>
            <a:r>
              <a:t>Adaptation à la migration de DataMart Mysql vers HELIUM — Les scripts Python et l'application Panorama s'appuient actuellement sur le Data Mart MySQL comme une des sources de données . Dans le cadre de la migration de ce DataMart vers la plateforme HELIUM(coté Lyft), les scripts Python et l'application Panorama feront l'objet d'une réécriture OU mise à jour de code, afin que ces deux composants puissent communiquer avec les nouvelles sources HELIUM.</a:t>
            </a:r>
          </a:p>
          <a:p>
            <a:pPr>
              <a:defRPr sz="1200"/>
            </a:pPr>
            <a:r>
              <a:t>Migration des scripts Python vers AWS Lambda — Les scripts Python exécutés sur une VM Windows, qui assurent l'automatisation opérationnelle et les intégrations avec les services externes, seront refactorisés et déployés sous forme de fonctions serverless AWS Lambda, éliminant ainsi la dépendance à l'infrastructure VM.</a:t>
            </a:r>
          </a:p>
          <a:p>
            <a:pPr>
              <a:defRPr sz="1200"/>
            </a:pPr>
            <a:r>
              <a:t>Migration de l'application Panorama vers Amazon ECS — Le tableau de bord opérationnel Panorama, actuellement déployé via Docker on-premises, sera migré vers Amazon Elastic Container Service (ECS), tirant parti d'un environnement conteneurisé managé sur AWS.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Contexte et portée du mandat (2)</a:t>
            </a:r>
          </a:p>
        </p:txBody>
      </p:sp>
      <p:sp>
        <p:nvSpPr>
          <p:cNvPr id="3" name="Text Placeholder 2"/>
          <p:cNvSpPr>
            <a:spLocks noGrp="1"/>
          </p:cNvSpPr>
          <p:nvPr>
            <p:ph type="body" idx="11" sz="quarter"/>
          </p:nvPr>
        </p:nvSpPr>
        <p:spPr/>
        <p:txBody>
          <a:bodyPr/>
          <a:lstStyle/>
          <a:p>
            <a:pPr>
              <a:defRPr sz="1200"/>
            </a:pPr>
            <a:r>
              <a:t>Pour chacun de ces axes, le document propose une analyse structurée couvrant l'état actuel de l'infrastructure, les scénarios de migration envisagés et l'architecture cible AWS. L'objectif est de fournir à BIXI une feuille de route complète et actionnable.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ÉTAT ACTUEL (As-Is)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Architecture actuelle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Architecture actuelle</a:t>
            </a:r>
          </a:p>
        </p:txBody>
      </p:sp>
      <p:sp>
        <p:nvSpPr>
          <p:cNvPr id="3" name="Text Placeholder 2"/>
          <p:cNvSpPr>
            <a:spLocks noGrp="1"/>
          </p:cNvSpPr>
          <p:nvPr>
            <p:ph type="body" idx="11" sz="quarter"/>
          </p:nvPr>
        </p:nvSpPr>
        <p:spPr/>
        <p:txBody>
          <a:bodyPr/>
          <a:lstStyle/>
          <a:p>
            <a:pPr>
              <a:defRPr sz="1200"/>
            </a:pPr>
            <a:r>
              <a:t>Le diagramme ci-dessous présente l’état actuel de l’infrastructure BIXI, incluant les deux pipelines principaux (analytique et opérationnel) :</a:t>
            </a:r>
          </a:p>
          <a:p>
            <a:pPr>
              <a:defRPr sz="1200"/>
            </a:pPr>
            <a:r>
              <a:t>Légende</a:t>
            </a:r>
          </a:p>
          <a:p>
            <a:pPr>
              <a:defRPr sz="1200"/>
            </a:pPr>
            <a:r>
              <a:t>Inventaire des composants</a:t>
            </a:r>
          </a:p>
          <a:p>
            <a:pPr>
              <a:defRPr sz="1200"/>
            </a:pPr>
            <a:r>
              <a:t>Cartographie des flux</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Analyse des SLA et exigences opérationnelles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Analyse des SLA et exigences opérationnelles</a:t>
            </a:r>
          </a:p>
        </p:txBody>
      </p:sp>
      <p:sp>
        <p:nvSpPr>
          <p:cNvPr id="3" name="Text Placeholder 2"/>
          <p:cNvSpPr>
            <a:spLocks noGrp="1"/>
          </p:cNvSpPr>
          <p:nvPr>
            <p:ph type="body" idx="11" sz="quarter"/>
          </p:nvPr>
        </p:nvSpPr>
        <p:spPr/>
        <p:txBody>
          <a:bodyPr/>
          <a:lstStyle/>
          <a:p>
            <a:pPr>
              <a:defRPr sz="1200"/>
            </a:pPr>
            <a:r>
              <a:t>Fréquences d’exécution par script</a:t>
            </a:r>
          </a:p>
          <a:p>
            <a:pPr>
              <a:defRPr sz="1200"/>
            </a:pPr>
            <a:r>
              <a:t>Fenêtres de maintenance et temps de disponibilité requis</a:t>
            </a:r>
          </a:p>
          <a:p>
            <a:pPr>
              <a:defRPr sz="1200"/>
            </a:pPr>
            <a:r>
              <a:t>RPO / RTO actuels</a:t>
            </a:r>
          </a:p>
          <a:p>
            <a:pPr>
              <a:defRPr sz="1200"/>
            </a:pPr>
            <a:r>
              <a:t>Dépendances critiques (quels scripts ne peuvent pas tomber?)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Évaluation de la posture de sécurité actuelle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Évaluation de la posture de sécurité actuelle</a:t>
            </a:r>
          </a:p>
        </p:txBody>
      </p:sp>
      <p:sp>
        <p:nvSpPr>
          <p:cNvPr id="3" name="Text Placeholder 2"/>
          <p:cNvSpPr>
            <a:spLocks noGrp="1"/>
          </p:cNvSpPr>
          <p:nvPr>
            <p:ph type="body" idx="11" sz="quarter"/>
          </p:nvPr>
        </p:nvSpPr>
        <p:spPr/>
        <p:txBody>
          <a:bodyPr/>
          <a:lstStyle/>
          <a:p>
            <a:pPr>
              <a:defRPr sz="1200"/>
            </a:pPr>
            <a:r>
              <a:t>Authentification : SSO Microsoft + paire de clés (pas de MFA)</a:t>
            </a:r>
          </a:p>
          <a:p>
            <a:pPr>
              <a:defRPr sz="1200"/>
            </a:pPr>
            <a:r>
              <a:t>- Gestion des secrets : Secrets Manager (Panorama uniquement)</a:t>
            </a:r>
          </a:p>
          <a:p>
            <a:pPr>
              <a:defRPr sz="1200"/>
            </a:pPr>
            <a:r>
              <a:t>- Backup : backup existant (Veeam + NAS + tape), mais failover manuel et absence d'auto-scaling / auto-recovery :</a:t>
            </a:r>
          </a:p>
          <a:p>
            <a:pPr>
              <a:defRPr sz="1200"/>
            </a:pPr>
            <a:r>
              <a:t>Backup Veeam sur NAS (quotidien, incrémental)</a:t>
            </a:r>
          </a:p>
          <a:p>
            <a:pPr>
              <a:defRPr sz="1200"/>
            </a:pPr>
            <a:r>
              <a:t>Transfert sur bande magnétique (tape) le mercredi et samedi</a:t>
            </a:r>
          </a:p>
          <a:p>
            <a:pPr>
              <a:defRPr sz="1200"/>
            </a:pPr>
            <a:r>
              <a:t>10 tapes en rotation (~1 mois de rétention)</a:t>
            </a:r>
          </a:p>
          <a:p>
            <a:pPr>
              <a:defRPr sz="1200"/>
            </a:pPr>
            <a:r>
              <a:t>Conformité : traitement des PII (données membres)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Lacunes et risques identifiés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Lacunes et risques identifiés</a:t>
            </a:r>
          </a:p>
        </p:txBody>
      </p:sp>
      <p:sp>
        <p:nvSpPr>
          <p:cNvPr id="3" name="Text Placeholder 2"/>
          <p:cNvSpPr>
            <a:spLocks noGrp="1"/>
          </p:cNvSpPr>
          <p:nvPr>
            <p:ph type="body" idx="11" sz="quarter"/>
          </p:nvPr>
        </p:nvSpPr>
        <p:spPr/>
        <p:txBody>
          <a:bodyPr/>
          <a:lstStyle/>
          <a:p>
            <a:pPr>
              <a:defRPr sz="1200"/>
            </a:pPr>
            <a:r>
              <a:t>Pas de MFA activé</a:t>
            </a:r>
          </a:p>
          <a:p>
            <a:pPr>
              <a:defRPr sz="1200"/>
            </a:pPr>
            <a:r>
              <a:t>Failover manuel (pas d'auto-recovery)</a:t>
            </a:r>
          </a:p>
          <a:p>
            <a:pPr>
              <a:defRPr sz="1200"/>
            </a:pPr>
            <a:r>
              <a:t>Scripts sur VM Windows = single point of failure</a:t>
            </a:r>
          </a:p>
          <a:p>
            <a:pPr>
              <a:defRPr sz="1200"/>
            </a:pPr>
            <a:r>
              <a:t>Pas d'IaC (Infrastructure as Code)</a:t>
            </a:r>
          </a:p>
          <a:p>
            <a:pPr>
              <a:defRPr sz="1200"/>
            </a:pPr>
            <a:r>
              <a:t>Pas de CI/CD formalisé pour les scripts</a:t>
            </a:r>
          </a:p>
          <a:p>
            <a:pPr>
              <a:defRPr sz="1200"/>
            </a:pPr>
            <a:r>
              <a:t>Dépendance forte à Lyft (migration imposée Nov-Déc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Migration du Datamart MySQL : 2 flux parallèles et distincts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Migration du Datamart MySQL : 2 flux parallèles et distincts</a:t>
            </a:r>
          </a:p>
        </p:txBody>
      </p:sp>
      <p:sp>
        <p:nvSpPr>
          <p:cNvPr id="3" name="Text Placeholder 2"/>
          <p:cNvSpPr>
            <a:spLocks noGrp="1"/>
          </p:cNvSpPr>
          <p:nvPr>
            <p:ph type="body" idx="11" sz="quarter"/>
          </p:nvPr>
        </p:nvSpPr>
        <p:spPr/>
        <p:txBody>
          <a:bodyPr/>
          <a:lstStyle/>
          <a:p>
            <a:pPr>
              <a:defRPr sz="1200"/>
            </a:pPr>
            <a:r>
              <a:t>La migration repose sur la séparation claire de deux usages qui coexistaient dans le Datamart MySQL, chacun ayant une solution de remplacement différente.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Flux opérationnel (besoins live)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Flux opérationnel (besoins live)</a:t>
            </a:r>
          </a:p>
        </p:txBody>
      </p:sp>
      <p:sp>
        <p:nvSpPr>
          <p:cNvPr id="3" name="Text Placeholder 2"/>
          <p:cNvSpPr>
            <a:spLocks noGrp="1"/>
          </p:cNvSpPr>
          <p:nvPr>
            <p:ph type="body" idx="11" sz="quarter"/>
          </p:nvPr>
        </p:nvSpPr>
        <p:spPr/>
        <p:txBody>
          <a:bodyPr/>
          <a:lstStyle/>
          <a:p>
            <a:pPr>
              <a:defRPr sz="1200"/>
            </a:pPr>
            <a:r>
              <a:t>Avant Migration :</a:t>
            </a:r>
          </a:p>
          <a:p>
            <a:pPr>
              <a:defRPr sz="1200"/>
            </a:pPr>
            <a:r>
              <a:t>Les scripts Python (VM Windows) et Panorama accèdent directement au Datamart MySQL pour obtenir des données en temps réel ou quasi-temps réel (mise à jour toutes les 5 minutes). Il s'agit de besoins opérationnels live — dashboarding et automatisation.</a:t>
            </a:r>
          </a:p>
          <a:p>
            <a:pPr>
              <a:defRPr sz="1200"/>
            </a:pPr>
            <a:r>
              <a:t>Après Migration :</a:t>
            </a:r>
          </a:p>
          <a:p>
            <a:pPr>
              <a:defRPr sz="1200"/>
            </a:pPr>
            <a:r>
              <a:t>Ces accès directs sont remplacés par des appels API vers le HCP (Helium Control Panel). La VM Windows conserve son rôle ; seuls les points d'accès changent. À terme, les scripts seront migrés vers Lambda/ECS. Panorama continuera d'accéder aux données opérationnelles, mais via les nouvelles APIs HCP.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Flux ingestion de données (pipeline ETL)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Flux ingestion de données (pipeline ETL)</a:t>
            </a:r>
          </a:p>
        </p:txBody>
      </p:sp>
      <p:sp>
        <p:nvSpPr>
          <p:cNvPr id="3" name="Text Placeholder 2"/>
          <p:cNvSpPr>
            <a:spLocks noGrp="1"/>
          </p:cNvSpPr>
          <p:nvPr>
            <p:ph type="body" idx="11" sz="quarter"/>
          </p:nvPr>
        </p:nvSpPr>
        <p:spPr/>
        <p:txBody>
          <a:bodyPr/>
          <a:lstStyle/>
          <a:p>
            <a:pPr>
              <a:defRPr sz="1200"/>
            </a:pPr>
            <a:r>
              <a:t>Avant Migration :</a:t>
            </a:r>
          </a:p>
          <a:p>
            <a:pPr>
              <a:defRPr sz="1200"/>
            </a:pPr>
            <a:r>
              <a:t>Matillion (sur EC2) accède au Datamart MySQL pour ingérer les données dans l'entrepôt Snowflake via le pipeline ETL, qui alimente ensuite Power BI pour le reporting.</a:t>
            </a:r>
          </a:p>
          <a:p>
            <a:pPr>
              <a:defRPr sz="1200"/>
            </a:pPr>
            <a:r>
              <a:t>Après Migration :</a:t>
            </a:r>
          </a:p>
          <a:p>
            <a:pPr>
              <a:defRPr sz="1200"/>
            </a:pPr>
            <a:r>
              <a:t>Le Datamart est remplacé comme source de données par le HDP (Helium Data Platform), qui pousse des fichiers Parquet dans un bucket S3 appartenant à Lyft (en lecture seule). Matillion lit ces fichiers depuis S3 pour alimenter Snowflake. Les exports se font chaque matin avec les données de la veille, soit une fréquence nettement moins élevée qu'actuellement.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SCÉNARIOS DE MIGRATION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Contraintes structurantes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Contraintes structurantes</a:t>
            </a:r>
          </a:p>
        </p:txBody>
      </p:sp>
      <p:sp>
        <p:nvSpPr>
          <p:cNvPr id="3" name="Text Placeholder 2"/>
          <p:cNvSpPr>
            <a:spLocks noGrp="1"/>
          </p:cNvSpPr>
          <p:nvPr>
            <p:ph type="body" idx="11" sz="quarter"/>
          </p:nvPr>
        </p:nvSpPr>
        <p:spPr/>
        <p:txBody>
          <a:bodyPr/>
          <a:lstStyle/>
          <a:p>
            <a:pPr>
              <a:defRPr sz="1200"/>
            </a:pPr>
            <a:r>
              <a:t>Cette section présente les trois scénarios de migration évalués dans le cadre du projet. Avant de les présenter, il est important de poser les contraintes structurantes qui s'appliquent à tous :</a:t>
            </a:r>
          </a:p>
          <a:p>
            <a:pPr>
              <a:defRPr sz="1200"/>
            </a:pPr>
            <a:r>
              <a:t>Ce projet implique une double migration — la migration Lyft vers Helium, à fenêtre fixe (novembre–décembre 2026), et la migration AWS, dont le calendrier est flexible.</a:t>
            </a:r>
          </a:p>
          <a:p>
            <a:pPr>
              <a:defRPr sz="1200"/>
            </a:pPr>
            <a:r>
              <a:t>Le cutover Lyft est estimé à une fenêtre d'arrêt de 24 heures, le temps de transférer les données vers Helium — cette durée reste à confirmer. Le budget total est de 550 heures.</a:t>
            </a:r>
          </a:p>
          <a:p>
            <a:pPr>
              <a:defRPr sz="1200"/>
            </a:pPr>
            <a:r>
              <a:t>Enfin, deux contraintes transverses gouvernent l'ensemble des scénarios : la continuité opérationnelle doit être garantie à tout moment, et la saison BIXI (avril à novembre) représente une période critique durant laquelle tout risque doit être minimisé</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Scénario A — Migration complète avant Lyft (Big Bang)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Principe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Principe</a:t>
            </a:r>
          </a:p>
        </p:txBody>
      </p:sp>
      <p:sp>
        <p:nvSpPr>
          <p:cNvPr id="3" name="Text Placeholder 2"/>
          <p:cNvSpPr>
            <a:spLocks noGrp="1"/>
          </p:cNvSpPr>
          <p:nvPr>
            <p:ph type="body" idx="11" sz="quarter"/>
          </p:nvPr>
        </p:nvSpPr>
        <p:spPr/>
        <p:txBody>
          <a:bodyPr/>
          <a:lstStyle/>
          <a:p>
            <a:pPr>
              <a:defRPr sz="1200"/>
            </a:pPr>
            <a:r>
              <a:t>Ce scénario consiste à migrer l'ensemble de l'infrastructure BIXI — 20 scripts Python et l'application Panorama — vers AWS avant la migration Lyft vers Helium, prévue en novembre–décembre 2026. Tous les scripts Python sont considérés éligibles à une migration vers AWS Lambda.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Architecture cible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Ce qui est à migrer (As-Is → To-Be)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Description de l’architecture cible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Description de l’architecture cible (1)</a:t>
            </a:r>
          </a:p>
        </p:txBody>
      </p:sp>
      <p:sp>
        <p:nvSpPr>
          <p:cNvPr id="3" name="Text Placeholder 2"/>
          <p:cNvSpPr>
            <a:spLocks noGrp="1"/>
          </p:cNvSpPr>
          <p:nvPr>
            <p:ph type="body" idx="11" sz="quarter"/>
          </p:nvPr>
        </p:nvSpPr>
        <p:spPr/>
        <p:txBody>
          <a:bodyPr/>
          <a:lstStyle/>
          <a:p>
            <a:pPr>
              <a:defRPr sz="1200"/>
            </a:pPr>
            <a:r>
              <a:t>L’architecture cible repose sur l’un des comptes AWS au sein de l’AWS Organization existante (mise en place par Unicorne).</a:t>
            </a:r>
          </a:p>
          <a:p>
            <a:pPr>
              <a:defRPr sz="1200"/>
            </a:pPr>
            <a:r>
              <a:t>Les composants sont déployés dans une VPC dédiée avec accès VPN vers les APIs Lyft actuelles.</a:t>
            </a:r>
          </a:p>
          <a:p>
            <a:pPr>
              <a:defRPr sz="1200"/>
            </a:pPr>
            <a:r>
              <a:t>Compute — Scripts :</a:t>
            </a:r>
          </a:p>
          <a:p>
            <a:pPr>
              <a:defRPr sz="1200"/>
            </a:pPr>
            <a:r>
              <a:t>Lambda temps réel : (7 scripts, Fréquence : chaque 1 à 15 minutes)</a:t>
            </a:r>
          </a:p>
          <a:p>
            <a:pPr>
              <a:defRPr sz="1200"/>
            </a:pPr>
            <a:r>
              <a:t>Besoins : provisioned concurrency, monitoring renforcé, seuils d'alerte serrés.</a:t>
            </a:r>
          </a:p>
          <a:p>
            <a:pPr>
              <a:defRPr sz="1200"/>
            </a:pPr>
            <a:r>
              <a:t>Lambda batch : (13 scripts, Fréquence : chaque 15 à 30 minutes, 6 h, ou quotidien)</a:t>
            </a:r>
          </a:p>
          <a:p>
            <a:pPr>
              <a:defRPr sz="1200"/>
            </a:pPr>
            <a:r>
              <a:t>Scripts : aggreg_bikes, battery_history, gbfs (dumps), samsara, prog_geoinfos (syncs), health_autocheck, lost, station_low_battery, et autres…</a:t>
            </a:r>
          </a:p>
          <a:p>
            <a:pPr>
              <a:defRPr sz="1200"/>
            </a:pPr>
            <a:r>
              <a:t>Besoins : Lambda standard, pas de provisioned concurrency, cold start acceptable.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Description de l’architecture cible (2)</a:t>
            </a:r>
          </a:p>
        </p:txBody>
      </p:sp>
      <p:sp>
        <p:nvSpPr>
          <p:cNvPr id="3" name="Text Placeholder 2"/>
          <p:cNvSpPr>
            <a:spLocks noGrp="1"/>
          </p:cNvSpPr>
          <p:nvPr>
            <p:ph type="body" idx="11" sz="quarter"/>
          </p:nvPr>
        </p:nvSpPr>
        <p:spPr/>
        <p:txBody>
          <a:bodyPr/>
          <a:lstStyle/>
          <a:p>
            <a:pPr>
              <a:defRPr sz="1200"/>
            </a:pPr>
            <a:r>
              <a:t>Comparaison de configuration :</a:t>
            </a:r>
          </a:p>
          <a:p>
            <a:pPr>
              <a:defRPr sz="1200"/>
            </a:pPr>
            <a:r>
              <a:t>Compute — Panorama :</a:t>
            </a:r>
          </a:p>
          <a:p>
            <a:pPr>
              <a:defRPr sz="1200"/>
            </a:pPr>
            <a:r>
              <a:t>Scheduling : EventBridge Scheduler avec les mêmes cron expressions que Windows Task Scheduler.</a:t>
            </a:r>
          </a:p>
          <a:p>
            <a:pPr>
              <a:defRPr sz="1200"/>
            </a:pPr>
            <a:r>
              <a:t>Réseau :</a:t>
            </a:r>
          </a:p>
          <a:p>
            <a:pPr>
              <a:defRPr sz="1200"/>
            </a:pPr>
            <a:r>
              <a:t>Sécurité :</a:t>
            </a:r>
          </a:p>
          <a:p>
            <a:pPr>
              <a:defRPr sz="1200"/>
            </a:pPr>
            <a:r>
              <a:t>Observabilité :</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Flux d’exécution de la migration (étape par étape)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Flux d’exécution de la migration (étape par étape)</a:t>
            </a:r>
          </a:p>
        </p:txBody>
      </p:sp>
      <p:sp>
        <p:nvSpPr>
          <p:cNvPr id="3" name="Text Placeholder 2"/>
          <p:cNvSpPr>
            <a:spLocks noGrp="1"/>
          </p:cNvSpPr>
          <p:nvPr>
            <p:ph type="body" idx="11" sz="quarter"/>
          </p:nvPr>
        </p:nvSpPr>
        <p:spPr/>
        <p:txBody>
          <a:bodyPr/>
          <a:lstStyle/>
          <a:p>
            <a:pPr>
              <a:defRPr sz="1200"/>
            </a:pPr>
            <a:r>
              <a:t>Préparation :</a:t>
            </a:r>
          </a:p>
          <a:p>
            <a:pPr>
              <a:defRPr sz="1200"/>
            </a:pPr>
            <a:r>
              <a:t>Vague 1 :</a:t>
            </a:r>
          </a:p>
          <a:p>
            <a:pPr>
              <a:defRPr sz="1200"/>
            </a:pPr>
            <a:r>
              <a:t>Vague 2 :</a:t>
            </a:r>
          </a:p>
          <a:p>
            <a:pPr>
              <a:defRPr sz="1200"/>
            </a:pPr>
            <a:r>
              <a:t>Migration de Panorama :</a:t>
            </a:r>
          </a:p>
          <a:p>
            <a:pPr>
              <a:defRPr sz="1200"/>
            </a:pPr>
            <a:r>
              <a:t>Stabilisation :</a:t>
            </a:r>
          </a:p>
          <a:p>
            <a:pPr>
              <a:defRPr sz="1200"/>
            </a:pPr>
            <a:r>
              <a:t>Migration Lyft :</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Estimation des efforts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Estimation des efforts</a:t>
            </a:r>
          </a:p>
        </p:txBody>
      </p:sp>
      <p:sp>
        <p:nvSpPr>
          <p:cNvPr id="3" name="Text Placeholder 2"/>
          <p:cNvSpPr>
            <a:spLocks noGrp="1"/>
          </p:cNvSpPr>
          <p:nvPr>
            <p:ph type="body" idx="11" sz="quarter"/>
          </p:nvPr>
        </p:nvSpPr>
        <p:spPr/>
        <p:txBody>
          <a:bodyPr/>
          <a:lstStyle/>
          <a:p>
            <a:pPr>
              <a:defRPr sz="1200"/>
            </a:pPr>
            <a:r>
              <a:t>Le tableau ci-dessous distingue les deux types d'effort pour chaque composant : l'effort de réécriture (adaptation du code pour Helium) et l'effort de migration (déploiement vers les services AWS managés).</a:t>
            </a:r>
          </a:p>
          <a:p>
            <a:pPr>
              <a:defRPr sz="1200"/>
            </a:pPr>
            <a:r>
              <a:t>Légende : O = trivial (quelques heures) · S = &lt; 1 semaine · M = 1–2 semaines · L = ≥ 3 semaines</a:t>
            </a:r>
          </a:p>
          <a:p>
            <a:pPr>
              <a:defRPr sz="1200"/>
            </a:pPr>
            <a:r>
              <a:t>Note : Dans le Scénario A, la réécriture Helium intervient après la migration AWS (étape 6), ce qui concentre les deux efforts sur une période courte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Estimation des coûts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Estimation des coûts</a:t>
            </a:r>
          </a:p>
        </p:txBody>
      </p:sp>
      <p:sp>
        <p:nvSpPr>
          <p:cNvPr id="3" name="Text Placeholder 2"/>
          <p:cNvSpPr>
            <a:spLocks noGrp="1"/>
          </p:cNvSpPr>
          <p:nvPr>
            <p:ph type="body" idx="11" sz="quarter"/>
          </p:nvPr>
        </p:nvSpPr>
        <p:spPr/>
        <p:txBody>
          <a:bodyPr/>
          <a:lstStyle/>
          <a:p>
            <a:pPr>
              <a:defRPr sz="1200"/>
            </a:pPr>
            <a:r>
              <a:t>Voici le résumé de l'estimation AWS pour le Scénario A : (Pour plus de détails, consultez le rapport sur le SharePoint.)</a:t>
            </a:r>
          </a:p>
          <a:p>
            <a:pPr>
              <a:defRPr sz="1200"/>
            </a:pPr>
            <a:r>
              <a:t>Coûts globaux</a:t>
            </a:r>
          </a:p>
          <a:p>
            <a:pPr>
              <a:defRPr sz="1200"/>
            </a:pPr>
            <a:r>
              <a:t>Coût mensuel total : 223,56 USD</a:t>
            </a:r>
          </a:p>
          <a:p>
            <a:pPr>
              <a:defRPr sz="1200"/>
            </a:pPr>
            <a:r>
              <a:t>Coût annuel total : 2 682,72 USD</a:t>
            </a:r>
          </a:p>
          <a:p>
            <a:pPr>
              <a:defRPr sz="1200"/>
            </a:pPr>
            <a:r>
              <a:t>Aucun coût initial (upfront)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Risques et mitigations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Risques et mitigations</a:t>
            </a:r>
          </a:p>
        </p:txBody>
      </p:sp>
      <p:sp>
        <p:nvSpPr>
          <p:cNvPr id="3" name="Text Placeholder 2"/>
          <p:cNvSpPr>
            <a:spLocks noGrp="1"/>
          </p:cNvSpPr>
          <p:nvPr>
            <p:ph type="body" idx="11" sz="quarter"/>
          </p:nvPr>
        </p:nvSpPr>
        <p:spPr/>
        <p:txBody>
          <a:bodyPr/>
          <a:lstStyle/>
          <a:p>
            <a:pPr>
              <a:defRPr sz="1200"/>
            </a:pPr>
            <a:r>
              <a:t>Focus sur les problèmes VPN &amp; Cold start de Lambda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Avantages et inconvénients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Avantages et inconvénients (1)</a:t>
            </a:r>
          </a:p>
        </p:txBody>
      </p:sp>
      <p:sp>
        <p:nvSpPr>
          <p:cNvPr id="3" name="Text Placeholder 2"/>
          <p:cNvSpPr>
            <a:spLocks noGrp="1"/>
          </p:cNvSpPr>
          <p:nvPr>
            <p:ph type="body" idx="11" sz="quarter"/>
          </p:nvPr>
        </p:nvSpPr>
        <p:spPr/>
        <p:txBody>
          <a:bodyPr/>
          <a:lstStyle/>
          <a:p>
            <a:pPr>
              <a:defRPr sz="1200"/>
            </a:pPr>
            <a:r>
              <a:t>✅ Avantages :</a:t>
            </a:r>
          </a:p>
          <a:p>
            <a:pPr>
              <a:defRPr sz="1200"/>
            </a:pPr>
            <a:r>
              <a:t>Infrastructure entièrement sur AWS avant la migration Lyft — un seul changement à gérer en novembre</a:t>
            </a:r>
          </a:p>
          <a:p>
            <a:pPr>
              <a:defRPr sz="1200"/>
            </a:pPr>
            <a:r>
              <a:t>Élimination de la VM Windows et du datacenter on-prem (réduction coûts + risque)</a:t>
            </a:r>
          </a:p>
          <a:p>
            <a:pPr>
              <a:defRPr sz="1200"/>
            </a:pPr>
            <a:r>
              <a:t>Auto-scaling, haute disponibilité, monitoring centralisé dès octobre 2026</a:t>
            </a:r>
          </a:p>
          <a:p>
            <a:pPr>
              <a:defRPr sz="1200"/>
            </a:pPr>
            <a:r>
              <a:t>CI/CD et IaC en place pour la suite</a:t>
            </a:r>
          </a:p>
          <a:p>
            <a:pPr>
              <a:defRPr sz="1200"/>
            </a:pPr>
            <a:r>
              <a:t>ROI rapide (~3-4 mois)</a:t>
            </a:r>
          </a:p>
          <a:p>
            <a:pPr>
              <a:defRPr sz="1200"/>
            </a:pPr>
            <a:r>
              <a:t>❌ Inconvénients :</a:t>
            </a:r>
          </a:p>
          <a:p>
            <a:pPr>
              <a:defRPr sz="1200"/>
            </a:pPr>
            <a:r>
              <a:t>Migration pendant la saison BIXI (risque opérationnel élevé)</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Avantages et inconvénients (2)</a:t>
            </a:r>
          </a:p>
        </p:txBody>
      </p:sp>
      <p:sp>
        <p:nvSpPr>
          <p:cNvPr id="3" name="Text Placeholder 2"/>
          <p:cNvSpPr>
            <a:spLocks noGrp="1"/>
          </p:cNvSpPr>
          <p:nvPr>
            <p:ph type="body" idx="11" sz="quarter"/>
          </p:nvPr>
        </p:nvSpPr>
        <p:spPr/>
        <p:txBody>
          <a:bodyPr/>
          <a:lstStyle/>
          <a:p>
            <a:pPr>
              <a:defRPr sz="1200"/>
            </a:pPr>
            <a:r>
              <a:t>Contrainte VPN/Lambda = complexité réseau temporaire (supprimée après Helium)</a:t>
            </a:r>
          </a:p>
          <a:p>
            <a:pPr>
              <a:defRPr sz="1200"/>
            </a:pPr>
            <a:r>
              <a:t>Double changement en 6 mois (AWS puis Helium)</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Alignment AWS Well-Architected Framework</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Alignment AWS Well-Architected Framework</a:t>
            </a:r>
          </a:p>
        </p:txBody>
      </p:sp>
      <p:sp>
        <p:nvSpPr>
          <p:cNvPr id="3" name="Text Placeholder 2"/>
          <p:cNvSpPr>
            <a:spLocks noGrp="1"/>
          </p:cNvSpPr>
          <p:nvPr>
            <p:ph type="body" idx="11" sz="quarter"/>
          </p:nvPr>
        </p:nvSpPr>
        <p:spPr/>
        <p:txBody>
          <a:bodyPr/>
          <a:lstStyle/>
          <a:p>
            <a:pPr>
              <a:defRPr sz="1200"/>
            </a:pPr>
            <a:r>
              <a:t>Operational Excellence</a:t>
            </a:r>
          </a:p>
          <a:p>
            <a:pPr>
              <a:defRPr sz="1200"/>
            </a:pPr>
            <a:r>
              <a:t>Security</a:t>
            </a:r>
          </a:p>
          <a:p>
            <a:pPr>
              <a:defRPr sz="1200"/>
            </a:pPr>
            <a:r>
              <a:t>Reliability</a:t>
            </a:r>
          </a:p>
          <a:p>
            <a:pPr>
              <a:defRPr sz="1200"/>
            </a:pPr>
            <a:r>
              <a:t>Performance Efficiency</a:t>
            </a:r>
          </a:p>
          <a:p>
            <a:pPr>
              <a:defRPr sz="1200"/>
            </a:pPr>
            <a:r>
              <a:t>Cost Optimization</a:t>
            </a:r>
          </a:p>
          <a:p>
            <a:pPr>
              <a:defRPr sz="1200"/>
            </a:pPr>
            <a:r>
              <a:t>Compromis pragmatique :</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Scénario B — Migration phasée (Hybride)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Principe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Principe</a:t>
            </a:r>
          </a:p>
        </p:txBody>
      </p:sp>
      <p:sp>
        <p:nvSpPr>
          <p:cNvPr id="3" name="Text Placeholder 2"/>
          <p:cNvSpPr>
            <a:spLocks noGrp="1"/>
          </p:cNvSpPr>
          <p:nvPr>
            <p:ph type="body" idx="11" sz="quarter"/>
          </p:nvPr>
        </p:nvSpPr>
        <p:spPr/>
        <p:txBody>
          <a:bodyPr/>
          <a:lstStyle/>
          <a:p>
            <a:pPr>
              <a:defRPr sz="1200"/>
            </a:pPr>
            <a:r>
              <a:t>La migration s'effectue en deux phases distinctes :</a:t>
            </a:r>
          </a:p>
          <a:p>
            <a:pPr>
              <a:defRPr sz="1200"/>
            </a:pPr>
            <a:r>
              <a:t>Phase pré-Helium - Migration des scripts indépendants de Lyft</a:t>
            </a:r>
          </a:p>
          <a:p>
            <a:pPr>
              <a:defRPr sz="1200"/>
            </a:pPr>
            <a:r>
              <a:t>Migration des 10 scripts indépendants de Lyft vers AWS Lambda. Ces scripts ne présentant aucune dépendance externe critique, la migration peut s'effectuer directement, sans shadow mode et sans risque particulier.</a:t>
            </a:r>
          </a:p>
          <a:p>
            <a:pPr>
              <a:defRPr sz="1200"/>
            </a:pPr>
            <a:r>
              <a:t>Phase post-Helium – Migration AWS complète</a:t>
            </a:r>
          </a:p>
          <a:p>
            <a:pPr>
              <a:defRPr sz="1200"/>
            </a:pPr>
            <a:r>
              <a:t>Migration des 10 scripts dépendants de Lyft ainsi que de Panorama, vers Lambda et ECS Fargate. La bascule repose sur une stratégie de shadow mode pilotée par AWS AppConfig, permettant une transition progressive avec rollback garanti à chaque étape. Les VMs on-premises restent actives jusqu'à validation complète.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Architecture cible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Découpage des phases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Découpage des phases (1)</a:t>
            </a:r>
          </a:p>
        </p:txBody>
      </p:sp>
      <p:sp>
        <p:nvSpPr>
          <p:cNvPr id="3" name="Text Placeholder 2"/>
          <p:cNvSpPr>
            <a:spLocks noGrp="1"/>
          </p:cNvSpPr>
          <p:nvPr>
            <p:ph type="body" idx="11" sz="quarter"/>
          </p:nvPr>
        </p:nvSpPr>
        <p:spPr/>
        <p:txBody>
          <a:bodyPr/>
          <a:lstStyle/>
          <a:p>
            <a:pPr>
              <a:defRPr sz="1200"/>
            </a:pPr>
            <a:r>
              <a:t>Phase 1 — 10 scripts indépendants de Lyft :</a:t>
            </a:r>
          </a:p>
          <a:p>
            <a:pPr>
              <a:defRPr sz="1200"/>
            </a:pPr>
            <a:r>
              <a:t>Ces scripts ne font aucun appel aux APIs Lyft (confirmé par scan du code). Ils peuvent être migrés vers Lambda dès maintenant, sans attendre Helium, sans VPN et sans complexité réseau.</a:t>
            </a:r>
          </a:p>
          <a:p>
            <a:pPr>
              <a:defRPr sz="1200"/>
            </a:pPr>
            <a:r>
              <a:t>Notes :</a:t>
            </a:r>
          </a:p>
          <a:p>
            <a:pPr>
              <a:defRPr sz="1200"/>
            </a:pPr>
            <a:r>
              <a:t>les scripts dumpaggreg_bikes, dump_battery_history, dump_bikes_history et dump_docks_history appellent l'API Panorama PANORAMA_BASE_URL). Panorama restant sur la VM durant la Phase 1, ces scripts peuvent fonctionner depuis Lambda en appelant l'API Panorama on-prem. Cette dépendance devra être reconfigurée lors de la migration de Panorama vers ECS en Phase 2.</a:t>
            </a:r>
          </a:p>
          <a:p>
            <a:pPr>
              <a:defRPr sz="1200"/>
            </a:pPr>
            <a:r>
              <a:t>A long terme, les scripts dump_*.py sont destinés à être remplacés par l'outil d'ingestion (Lot 1).</a:t>
            </a:r>
          </a:p>
          <a:p>
            <a:pPr>
              <a:defRPr sz="1200"/>
            </a:pPr>
            <a:r>
              <a:t>Phase 2 — 10 scripts Lyft-dépendants + Panorama :</a:t>
            </a:r>
          </a:p>
          <a:p>
            <a:pPr>
              <a:defRPr sz="1200"/>
            </a:pPr>
            <a:r>
              <a:t>Ces scripts appellent tous les APIs Lyft et ne peuvent être migrés qu'après la mise en place d'Helium.</a:t>
            </a:r>
          </a:p>
          <a:p>
            <a:pPr>
              <a:defRPr sz="1200"/>
            </a:pPr>
            <a:r>
              <a:t>Une fois les APIs publiques Helium disponibles, l'adaptation inclut la mise à jour des endpoints (Secrets Manager), l'adaptation du parsing des réponses API (HCP), la réécriture des accès Datamart MySQL → double source (fichiers Parquet/S3 (HDP) pour les données J-1 + requêtes API HCP pour les besoins temps réel), et la révision de la logique métier là où les données source changent de structure. L'effort est majoritairement S, sauf swap_bat_v3 (L) et biu_bot (M) qui nécessitent une révision plus profonde.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Découpage des phases (2)</a:t>
            </a:r>
          </a:p>
        </p:txBody>
      </p:sp>
      <p:sp>
        <p:nvSpPr>
          <p:cNvPr id="3" name="Text Placeholder 2"/>
          <p:cNvSpPr>
            <a:spLocks noGrp="1"/>
          </p:cNvSpPr>
          <p:nvPr>
            <p:ph type="body" idx="11" sz="quarter"/>
          </p:nvPr>
        </p:nvSpPr>
        <p:spPr/>
        <p:txBody>
          <a:bodyPr/>
          <a:lstStyle/>
          <a:p>
            <a:pPr>
              <a:defRPr sz="1200"/>
            </a:pPr>
            <a:r>
              <a:t>La VM Windows reste active durant toute la Phase 1 et est éteinte après validation complète de la Phase 2 .</a:t>
            </a:r>
          </a:p>
          <a:p>
            <a:pPr>
              <a:defRPr sz="1200"/>
            </a:pPr>
            <a:r>
              <a:t>Shadow Mode :</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Stratégie de Shadow Mode (Phase 2)</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Stratégie de Shadow Mode (Phase 2) (1)</a:t>
            </a:r>
          </a:p>
        </p:txBody>
      </p:sp>
      <p:sp>
        <p:nvSpPr>
          <p:cNvPr id="3" name="Text Placeholder 2"/>
          <p:cNvSpPr>
            <a:spLocks noGrp="1"/>
          </p:cNvSpPr>
          <p:nvPr>
            <p:ph type="body" idx="11" sz="quarter"/>
          </p:nvPr>
        </p:nvSpPr>
        <p:spPr/>
        <p:txBody>
          <a:bodyPr/>
          <a:lstStyle/>
          <a:p>
            <a:pPr>
              <a:defRPr sz="1200"/>
            </a:pPr>
            <a:r>
              <a:t>Le shadow mode est particulièrement adapté à ce contexte post-Helium. Une fois les APIs Helium publiques disponibles, la VM on-premises et les fonctions Lambda consomment exactement les mêmes endpoints, avec les mêmes données, au même moment. Cette symétrie garantit une comparaison fiable des résultats entre les deux environnements, sans biais lié à des sources de données divergentes.</a:t>
            </a:r>
          </a:p>
          <a:p>
            <a:pPr>
              <a:defRPr sz="1200"/>
            </a:pPr>
            <a:r>
              <a:t>Par ailleurs, la VM reste active tout au long de la période de validation, ce qui rend le rollback trivial : en cas d'anomalie détectée, aucune restauration complexe n'est nécessaire — le trafic n'a simplement jamais quitté la VM.</a:t>
            </a:r>
          </a:p>
          <a:p>
            <a:pPr>
              <a:defRPr sz="1200"/>
            </a:pPr>
            <a:r>
              <a:t>Principe:</a:t>
            </a:r>
          </a:p>
          <a:p>
            <a:pPr>
              <a:defRPr sz="1200"/>
            </a:pPr>
            <a:r>
              <a:t>Mode VM (défaut) : La VM exécute le script normalement. Lambda est déployée mais inactive.</a:t>
            </a:r>
          </a:p>
          <a:p>
            <a:pPr>
              <a:defRPr sz="1200"/>
            </a:pPr>
            <a:r>
              <a:t>Mode Shadow : VM et Lambda tournent en parallèle. Lambda exécute toute la logique mais en dry-run (pas d’actions réelles). Les résultats sont loggés dans CloudWatch pour comparaison.</a:t>
            </a:r>
          </a:p>
          <a:p>
            <a:pPr>
              <a:defRPr sz="1200"/>
            </a:pPr>
            <a:r>
              <a:t>Mode Lambda (bascule) : Lambda devient active, VM passe en standby. Rollback en &lt; 5 minutes via AppConfig si anomalie détectée.</a:t>
            </a:r>
          </a:p>
          <a:p>
            <a:pPr>
              <a:defRPr sz="1200"/>
            </a:pPr>
            <a:r>
              <a:t>Implémentation avec AWS AppConfig :</a:t>
            </a:r>
          </a:p>
          <a:p>
            <a:pPr>
              <a:defRPr sz="1200"/>
            </a:pPr>
            <a:r>
              <a:t>Validation en Shadow Mode: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Stratégie de Shadow Mode (Phase 2) (2)</a:t>
            </a:r>
          </a:p>
        </p:txBody>
      </p:sp>
      <p:sp>
        <p:nvSpPr>
          <p:cNvPr id="3" name="Text Placeholder 2"/>
          <p:cNvSpPr>
            <a:spLocks noGrp="1"/>
          </p:cNvSpPr>
          <p:nvPr>
            <p:ph type="body" idx="11" sz="quarter"/>
          </p:nvPr>
        </p:nvSpPr>
        <p:spPr/>
        <p:txBody>
          <a:bodyPr/>
          <a:lstStyle/>
          <a:p>
            <a:pPr>
              <a:defRPr sz="1200"/>
            </a:pPr>
            <a:r>
              <a:t>CloudWatch Logs : Comparer les logs VM et Lambda. Mêmes actions calculées ? Mêmes compteurs ?</a:t>
            </a:r>
          </a:p>
          <a:p>
            <a:pPr>
              <a:defRPr sz="1200"/>
            </a:pPr>
            <a:r>
              <a:t>CloudWatch Metrics : Comparer les métriques métier (ex: swap_bat — planned_task_count, created_count) entre les deux versions.</a:t>
            </a:r>
          </a:p>
          <a:p>
            <a:pPr>
              <a:defRPr sz="1200"/>
            </a:pPr>
            <a:r>
              <a:t>Durée recommandée : 2-4 semaines par script critique (swap_bat, block_bikes). 1 semaine pour les scripts moins critiques.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Flux d’exécution de la migration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Flux d’exécution de la migration</a:t>
            </a:r>
          </a:p>
        </p:txBody>
      </p:sp>
      <p:sp>
        <p:nvSpPr>
          <p:cNvPr id="3" name="Text Placeholder 2"/>
          <p:cNvSpPr>
            <a:spLocks noGrp="1"/>
          </p:cNvSpPr>
          <p:nvPr>
            <p:ph type="body" idx="11" sz="quarter"/>
          </p:nvPr>
        </p:nvSpPr>
        <p:spPr/>
        <p:txBody>
          <a:bodyPr/>
          <a:lstStyle/>
          <a:p>
            <a:pPr>
              <a:defRPr sz="1200"/>
            </a:pPr>
            <a:r>
              <a:t>Phase 1 preparation : Configurer EventBridge, IAM roles. Migrer les 3 scripts avec lambda_handler existant. Pas de VPC a configurer.</a:t>
            </a:r>
          </a:p>
          <a:p>
            <a:pPr>
              <a:defRPr sz="1200"/>
            </a:pPr>
            <a:r>
              <a:t>Phase 1 migration : Migrer les 7 scripts restants (dumps + syncs + station_pb). Tests en parallele avec la VM. Effort total ~6-8 semaines.</a:t>
            </a:r>
          </a:p>
          <a:p>
            <a:pPr>
              <a:defRPr sz="1200"/>
            </a:pPr>
            <a:r>
              <a:t>Stabilisation Phase 1 : 10 scripts sur Lambda. VM maintenue pour les 10 scripts Lyft + Panorama.</a:t>
            </a:r>
          </a:p>
          <a:p>
            <a:pPr>
              <a:defRPr sz="1200"/>
            </a:pPr>
            <a:r>
              <a:t>Migration Lyft → Helium : Cutover Lyft. Adapter les 10 scripts sur la VM pour Helium : endpoints (Secrets Manager), parsing des réponses API (HCP), la réécriture des accès Datamart MySQL → double source (fichiers Parquet/S3 (HDP) pour les données J-1 + requêtes API HCP pour les besoins temps réel), et la révision de la logique métier pour les scripts impactés (swap_bat_v3 = L, biu_bot = M) en plus de gestion des PII introduits par Helium.</a:t>
            </a:r>
          </a:p>
          <a:p>
            <a:pPr>
              <a:defRPr sz="1200"/>
            </a:pPr>
            <a:r>
              <a:t>Phase 2 deploiement Shadow : Deployer les 10 Lambda Lyft-dependantes en mode shadow (flag AppConfig = shadow). VM reste active. Lambda execute en dry-run. Comparaison des resultats dans CloudWatch pendant 2-4 semaines par script critique.</a:t>
            </a:r>
          </a:p>
          <a:p>
            <a:pPr>
              <a:defRPr sz="1200"/>
            </a:pPr>
            <a:r>
              <a:t>Phase 2 bascule progressive : Script par script, passer le flag AppConfig de shadow a lambda. La VM passe en standby pour chaque script bascule. Commencer par les scripts les moins critiques, terminer par swap_bat_v3.</a:t>
            </a:r>
          </a:p>
          <a:p>
            <a:pPr>
              <a:defRPr sz="1200"/>
            </a:pPr>
            <a:r>
              <a:t>Phase 2 migration Panorama : Panorama → ECS Fargate + ALB. CI/CD via GitHub Actions → ECR. Tests d'integration des 18 connexions backend. Basculement DNS.</a:t>
            </a:r>
          </a:p>
          <a:p>
            <a:pPr>
              <a:defRPr sz="1200"/>
            </a:pPr>
            <a:r>
              <a:t>Cloture : Eteindre la VM apres validation complete de tous les scripts en mode lambda. Documentation, transfert de competences, FinOps.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Estimation des efforts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Estimation des efforts</a:t>
            </a:r>
          </a:p>
        </p:txBody>
      </p:sp>
      <p:sp>
        <p:nvSpPr>
          <p:cNvPr id="3" name="Text Placeholder 2"/>
          <p:cNvSpPr>
            <a:spLocks noGrp="1"/>
          </p:cNvSpPr>
          <p:nvPr>
            <p:ph type="body" idx="11" sz="quarter"/>
          </p:nvPr>
        </p:nvSpPr>
        <p:spPr/>
        <p:txBody>
          <a:bodyPr/>
          <a:lstStyle/>
          <a:p>
            <a:pPr>
              <a:defRPr sz="1200"/>
            </a:pPr>
            <a:r>
              <a:t>Le tableau ci-dessous distingue les deux types d'effort pour chaque composant : l'effort de réécriture (adaptation du code pour Helium) et l'effort de migration (déploiement vers les services AWS managés).</a:t>
            </a:r>
          </a:p>
          <a:p>
            <a:pPr>
              <a:defRPr sz="1200"/>
            </a:pPr>
            <a:r>
              <a:t>Légende : O = trivial · S = &lt; 1 semaine · M = 1–2 semaines · L = ≥ 3 semaines · — = non applicable</a:t>
            </a:r>
          </a:p>
          <a:p>
            <a:pPr>
              <a:defRPr sz="1200"/>
            </a:pPr>
            <a:r>
              <a:t>Note : En Phase 1, aucun effort de réécriture (scripts indépendants de Lyft). En Phase 2, la réécriture Helium est réalisée sur la VM avant la migration Lambda — les deux efforts sont séquentiels.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Estimation des coûts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Estimation des coûts</a:t>
            </a:r>
          </a:p>
        </p:txBody>
      </p:sp>
      <p:sp>
        <p:nvSpPr>
          <p:cNvPr id="3" name="Text Placeholder 2"/>
          <p:cNvSpPr>
            <a:spLocks noGrp="1"/>
          </p:cNvSpPr>
          <p:nvPr>
            <p:ph type="body" idx="11" sz="quarter"/>
          </p:nvPr>
        </p:nvSpPr>
        <p:spPr/>
        <p:txBody>
          <a:bodyPr/>
          <a:lstStyle/>
          <a:p>
            <a:pPr>
              <a:defRPr sz="1200"/>
            </a:pPr>
            <a:r>
              <a:t>Voici le résumé de l'estimation AWS pour le Scénario B : (Pour plus de détails, consultez le rapport sur le SharePoint.)</a:t>
            </a:r>
          </a:p>
          <a:p>
            <a:pPr>
              <a:defRPr sz="1200"/>
            </a:pPr>
            <a:r>
              <a:t>Coûts globaux</a:t>
            </a:r>
          </a:p>
          <a:p>
            <a:pPr>
              <a:defRPr sz="1200"/>
            </a:pPr>
            <a:r>
              <a:t>Phase 1 — Hybride (10 scripts indépendants sur Lambda, VM maintenue)</a:t>
            </a:r>
          </a:p>
          <a:p>
            <a:pPr>
              <a:defRPr sz="1200"/>
            </a:pPr>
            <a:r>
              <a:t>Coût mensuel Phase 1 : 11,75 $</a:t>
            </a:r>
          </a:p>
          <a:p>
            <a:pPr>
              <a:defRPr sz="1200"/>
            </a:pPr>
            <a:r>
              <a:t>Phase 2 — Tout AWS (10 scripts dépendants de Lyft + Panorama)</a:t>
            </a:r>
          </a:p>
          <a:p>
            <a:pPr>
              <a:defRPr sz="1200"/>
            </a:pPr>
            <a:r>
              <a:t>Coût mensuel Phase 2 : 165,81 $</a:t>
            </a:r>
          </a:p>
          <a:p>
            <a:pPr>
              <a:defRPr sz="1200"/>
            </a:pPr>
            <a:r>
              <a:t>Coût mensuel total : 177,56 $ · Coût annuel total : 2 131,92 $</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Risques et mitigations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Avantages et inconvénients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Avantages et inconvénients (1)</a:t>
            </a:r>
          </a:p>
        </p:txBody>
      </p:sp>
      <p:sp>
        <p:nvSpPr>
          <p:cNvPr id="3" name="Text Placeholder 2"/>
          <p:cNvSpPr>
            <a:spLocks noGrp="1"/>
          </p:cNvSpPr>
          <p:nvPr>
            <p:ph type="body" idx="11" sz="quarter"/>
          </p:nvPr>
        </p:nvSpPr>
        <p:spPr/>
        <p:txBody>
          <a:bodyPr/>
          <a:lstStyle/>
          <a:p>
            <a:pPr>
              <a:defRPr sz="1200"/>
            </a:pPr>
            <a:r>
              <a:t>✅ Avantages :</a:t>
            </a:r>
          </a:p>
          <a:p>
            <a:pPr>
              <a:defRPr sz="1200"/>
            </a:pPr>
            <a:r>
              <a:t>Pas de VPN, pas de Lambda dans VPC → architecture réseau simple dès le départ</a:t>
            </a:r>
          </a:p>
          <a:p>
            <a:pPr>
              <a:defRPr sz="1200"/>
            </a:pPr>
            <a:r>
              <a:t>Scripts critiques migrés hors saison BIXI (jan-fév 2027)</a:t>
            </a:r>
          </a:p>
          <a:p>
            <a:pPr>
              <a:defRPr sz="1200"/>
            </a:pPr>
            <a:r>
              <a:t>Phase 1 rapide et à faible risque (scripts simples, effort O/S)</a:t>
            </a:r>
          </a:p>
          <a:p>
            <a:pPr>
              <a:defRPr sz="1200"/>
            </a:pPr>
            <a:r>
              <a:t>❌ Inconvénients :</a:t>
            </a:r>
          </a:p>
          <a:p>
            <a:pPr>
              <a:defRPr sz="1200"/>
            </a:pPr>
            <a:r>
              <a:t>VM maintenue ~12 mois de plus (coût on-prem continu)</a:t>
            </a:r>
          </a:p>
          <a:p>
            <a:pPr>
              <a:defRPr sz="1200"/>
            </a:pPr>
            <a:r>
              <a:t>Panorama reste on-prem jusqu’en 2027 (pas de HA, pas d’auto-scaling)</a:t>
            </a:r>
          </a:p>
          <a:p>
            <a:pPr>
              <a:defRPr sz="1200"/>
            </a:pPr>
            <a:r>
              <a:t>Migration complète terminée mars 2027 (vs oct 2026 Scénario A)</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Avantages et inconvénients (2)</a:t>
            </a:r>
          </a:p>
        </p:txBody>
      </p:sp>
      <p:sp>
        <p:nvSpPr>
          <p:cNvPr id="3" name="Text Placeholder 2"/>
          <p:cNvSpPr>
            <a:spLocks noGrp="1"/>
          </p:cNvSpPr>
          <p:nvPr>
            <p:ph type="body" idx="11" sz="quarter"/>
          </p:nvPr>
        </p:nvSpPr>
        <p:spPr/>
        <p:txBody>
          <a:bodyPr/>
          <a:lstStyle/>
          <a:p>
            <a:pPr>
              <a:defRPr sz="1200"/>
            </a:pPr>
            <a:r>
              <a:t>ROI plus tardif</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Alignement Well-Architected Framework</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Alignement Well-Architected Framework</a:t>
            </a:r>
          </a:p>
        </p:txBody>
      </p:sp>
      <p:sp>
        <p:nvSpPr>
          <p:cNvPr id="3" name="Text Placeholder 2"/>
          <p:cNvSpPr>
            <a:spLocks noGrp="1"/>
          </p:cNvSpPr>
          <p:nvPr>
            <p:ph type="body" idx="11" sz="quarter"/>
          </p:nvPr>
        </p:nvSpPr>
        <p:spPr/>
        <p:txBody>
          <a:bodyPr/>
          <a:lstStyle/>
          <a:p>
            <a:pPr>
              <a:defRPr sz="1200"/>
            </a:pPr>
            <a:r>
              <a:t>Operational Excellence — Migration progressive avec validation à chaque phase. Rollback simple (VM disponible en Phase 1).</a:t>
            </a:r>
          </a:p>
          <a:p>
            <a:pPr>
              <a:defRPr sz="1200"/>
            </a:pPr>
            <a:r>
              <a:t>Security — Identique Scénario A. Pas de VPN = surface d’attaque réduite.</a:t>
            </a:r>
          </a:p>
          <a:p>
            <a:pPr>
              <a:defRPr sz="1200"/>
            </a:pPr>
            <a:r>
              <a:t>Reliability — Phase 1 : VM = SPOF pour scripts Lyft (risque accepté). Phase 2 : tout sur services managés.</a:t>
            </a:r>
          </a:p>
          <a:p>
            <a:pPr>
              <a:defRPr sz="1200"/>
            </a:pPr>
            <a:r>
              <a:t>Performance — Lambda hors VPC = cold start minimal. Provisioned concurrency optionnelle post-Helium.</a:t>
            </a:r>
          </a:p>
          <a:p>
            <a:pPr>
              <a:defRPr sz="1200"/>
            </a:pPr>
            <a:r>
              <a:t>Cost Optimization — Coût final le plus bas. Pas de VPN, pas de provisioned concurrency forcée, NAT réduit.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Scénario C — Migration post-Lyft (Conservative)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Principe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Principe</a:t>
            </a:r>
          </a:p>
        </p:txBody>
      </p:sp>
      <p:sp>
        <p:nvSpPr>
          <p:cNvPr id="3" name="Text Placeholder 2"/>
          <p:cNvSpPr>
            <a:spLocks noGrp="1"/>
          </p:cNvSpPr>
          <p:nvPr>
            <p:ph type="body" idx="11" sz="quarter"/>
          </p:nvPr>
        </p:nvSpPr>
        <p:spPr/>
        <p:txBody>
          <a:bodyPr/>
          <a:lstStyle/>
          <a:p>
            <a:pPr>
              <a:defRPr sz="1200"/>
            </a:pPr>
            <a:r>
              <a:t>Adaptation minimale pré-Helium (adapter les scripts on-prem pour Helium), migration AWS complète post-Helium. Aucune migration AWS avant le cutover Lyft. La VM Windows et Panorama restent on-prem jusqu’à la phase post-Helium.</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Architecture cible</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Description de l'architecture cible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Description de l'architecture cible</a:t>
            </a:r>
          </a:p>
        </p:txBody>
      </p:sp>
      <p:sp>
        <p:nvSpPr>
          <p:cNvPr id="3" name="Text Placeholder 2"/>
          <p:cNvSpPr>
            <a:spLocks noGrp="1"/>
          </p:cNvSpPr>
          <p:nvPr>
            <p:ph type="body" idx="11" sz="quarter"/>
          </p:nvPr>
        </p:nvSpPr>
        <p:spPr/>
        <p:txBody>
          <a:bodyPr/>
          <a:lstStyle/>
          <a:p>
            <a:pPr>
              <a:defRPr sz="1200"/>
            </a:pPr>
            <a:r>
              <a:t>L'architecture cible de ce scénario se déploie en deux temps.</a:t>
            </a:r>
          </a:p>
          <a:p>
            <a:pPr>
              <a:defRPr sz="1200"/>
            </a:pPr>
            <a:r>
              <a:t>Phase pré-Helium :</a:t>
            </a:r>
          </a:p>
          <a:p>
            <a:pPr>
              <a:defRPr sz="1200"/>
            </a:pPr>
            <a:r>
              <a:t>Phase post-Helium :</a:t>
            </a:r>
          </a:p>
          <a:p>
            <a:pPr>
              <a:defRPr sz="1200"/>
            </a:pPr>
            <a:r>
              <a:t>Architecture finale :</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Flux d'exécution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Flux d'exécution</a:t>
            </a:r>
          </a:p>
        </p:txBody>
      </p:sp>
      <p:sp>
        <p:nvSpPr>
          <p:cNvPr id="3" name="Text Placeholder 2"/>
          <p:cNvSpPr>
            <a:spLocks noGrp="1"/>
          </p:cNvSpPr>
          <p:nvPr>
            <p:ph type="body" idx="11" sz="quarter"/>
          </p:nvPr>
        </p:nvSpPr>
        <p:spPr/>
        <p:txBody>
          <a:bodyPr/>
          <a:lstStyle/>
          <a:p>
            <a:pPr>
              <a:defRPr sz="1200"/>
            </a:pPr>
            <a:r>
              <a:t>La migration se déroule en quatre étapes successives :</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Estimation des efforts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Estimation des efforts</a:t>
            </a:r>
          </a:p>
        </p:txBody>
      </p:sp>
      <p:sp>
        <p:nvSpPr>
          <p:cNvPr id="3" name="Text Placeholder 2"/>
          <p:cNvSpPr>
            <a:spLocks noGrp="1"/>
          </p:cNvSpPr>
          <p:nvPr>
            <p:ph type="body" idx="11" sz="quarter"/>
          </p:nvPr>
        </p:nvSpPr>
        <p:spPr/>
        <p:txBody>
          <a:bodyPr/>
          <a:lstStyle/>
          <a:p>
            <a:pPr>
              <a:defRPr sz="1200"/>
            </a:pPr>
            <a:r>
              <a:t>Le tableau ci-dessous distingue les deux types d'effort pour chaque composant : l'effort de réécriture (adaptation du code pour Helium) et l'effort de migration (déploiement vers les services AWS managés).</a:t>
            </a:r>
          </a:p>
          <a:p>
            <a:pPr>
              <a:defRPr sz="1200"/>
            </a:pPr>
            <a:r>
              <a:t>Légende : O = trivial · S = &lt; 1 semaine · M = 1–2 semaines · L = ≥ 3 semaines · — = non applicable</a:t>
            </a:r>
          </a:p>
          <a:p>
            <a:pPr>
              <a:defRPr sz="1200"/>
            </a:pPr>
            <a:r>
              <a:t>Note : Dans le Scénario C, les deux efforts sont entièrement séquentiels — réécriture d'abord (pré-Helium), migration ensuite (post-Helium). C'est l'approche la moins risquée.</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Estimation des coûts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Estimation des coûts</a:t>
            </a:r>
          </a:p>
        </p:txBody>
      </p:sp>
      <p:sp>
        <p:nvSpPr>
          <p:cNvPr id="3" name="Text Placeholder 2"/>
          <p:cNvSpPr>
            <a:spLocks noGrp="1"/>
          </p:cNvSpPr>
          <p:nvPr>
            <p:ph type="body" idx="11" sz="quarter"/>
          </p:nvPr>
        </p:nvSpPr>
        <p:spPr/>
        <p:txBody>
          <a:bodyPr/>
          <a:lstStyle/>
          <a:p>
            <a:pPr>
              <a:defRPr sz="1200"/>
            </a:pPr>
            <a:r>
              <a:t>Voici le résumé de l'estimation AWS pour le Scénario C : (Pour plus de détails, consultez le rapport sur le SharePoint.)</a:t>
            </a:r>
          </a:p>
          <a:p>
            <a:pPr>
              <a:defRPr sz="1200"/>
            </a:pPr>
            <a:r>
              <a:t>Coûts globaux</a:t>
            </a:r>
          </a:p>
          <a:p>
            <a:pPr>
              <a:defRPr sz="1200"/>
            </a:pPr>
            <a:r>
              <a:t>Coût mensuel total : 165,91 USD</a:t>
            </a:r>
          </a:p>
          <a:p>
            <a:pPr>
              <a:defRPr sz="1200"/>
            </a:pPr>
            <a:r>
              <a:t>Coût annuel total : 1 990,92 USD</a:t>
            </a:r>
          </a:p>
          <a:p>
            <a:pPr>
              <a:defRPr sz="1200"/>
            </a:pPr>
            <a:r>
              <a:t>Aucun coût initial (upfront)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Risques et mitigations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Avantages et inconvénients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Avantages et inconvénients (1)</a:t>
            </a:r>
          </a:p>
        </p:txBody>
      </p:sp>
      <p:sp>
        <p:nvSpPr>
          <p:cNvPr id="3" name="Text Placeholder 2"/>
          <p:cNvSpPr>
            <a:spLocks noGrp="1"/>
          </p:cNvSpPr>
          <p:nvPr>
            <p:ph type="body" idx="11" sz="quarter"/>
          </p:nvPr>
        </p:nvSpPr>
        <p:spPr/>
        <p:txBody>
          <a:bodyPr/>
          <a:lstStyle/>
          <a:p>
            <a:pPr>
              <a:defRPr sz="1200"/>
            </a:pPr>
            <a:r>
              <a:t>✅ Avantages :</a:t>
            </a:r>
          </a:p>
          <a:p>
            <a:pPr>
              <a:defRPr sz="1200"/>
            </a:pPr>
            <a:r>
              <a:t>Migration AWS la plus simple (hors saison, hors VPC, Helium stabilisé)</a:t>
            </a:r>
          </a:p>
          <a:p>
            <a:pPr>
              <a:defRPr sz="1200"/>
            </a:pPr>
            <a:r>
              <a:t>Zéro double changement (Helium d’abord, AWS ensuite)</a:t>
            </a:r>
          </a:p>
          <a:p>
            <a:pPr>
              <a:defRPr sz="1200"/>
            </a:pPr>
            <a:r>
              <a:t>Budget le plus confortable (~150-250h de marge)</a:t>
            </a:r>
          </a:p>
          <a:p>
            <a:pPr>
              <a:defRPr sz="1200"/>
            </a:pPr>
            <a:r>
              <a:t>Pas de VPN, pas de Lambda dans VPC, pas de provisioned concurrency</a:t>
            </a:r>
          </a:p>
          <a:p>
            <a:pPr>
              <a:defRPr sz="1200"/>
            </a:pPr>
            <a:r>
              <a:t>Moins de risque opérationnel (aucune migration pendant la saison BIXI)</a:t>
            </a:r>
          </a:p>
          <a:p>
            <a:pPr>
              <a:defRPr sz="1200"/>
            </a:pPr>
            <a:r>
              <a:t>❌ Inconvénients :</a:t>
            </a:r>
          </a:p>
          <a:p>
            <a:pPr>
              <a:defRPr sz="1200"/>
            </a:pPr>
            <a:r>
              <a:t>VM maintenue 18 mois de plus (coût on-prem jusqu’en 2027)</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Avantages et inconvénients (2)</a:t>
            </a:r>
          </a:p>
        </p:txBody>
      </p:sp>
      <p:sp>
        <p:nvSpPr>
          <p:cNvPr id="3" name="Text Placeholder 2"/>
          <p:cNvSpPr>
            <a:spLocks noGrp="1"/>
          </p:cNvSpPr>
          <p:nvPr>
            <p:ph type="body" idx="11" sz="quarter"/>
          </p:nvPr>
        </p:nvSpPr>
        <p:spPr/>
        <p:txBody>
          <a:bodyPr/>
          <a:lstStyle/>
          <a:p>
            <a:pPr>
              <a:defRPr sz="1200"/>
            </a:pPr>
            <a:r>
              <a:t>Panorama sans HA pendant 18 mois</a:t>
            </a:r>
          </a:p>
          <a:p>
            <a:pPr>
              <a:defRPr sz="1200"/>
            </a:pPr>
            <a:r>
              <a:t>Migration AWS complète terminée avril 2027 (le plus tard des 3 scénarios)</a:t>
            </a:r>
          </a:p>
          <a:p>
            <a:pPr>
              <a:defRPr sz="1200"/>
            </a:pPr>
            <a:r>
              <a:t>ROI le plus tardif</a:t>
            </a:r>
          </a:p>
          <a:p>
            <a:pPr>
              <a:defRPr sz="1200"/>
            </a:pPr>
            <a:r>
              <a:t>Pas de bénéfices AWS (HA, auto-scaling, monitoring) avant 2027</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Alignement Well-Architected Framework</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Alignement Well-Architected Framework</a:t>
            </a:r>
          </a:p>
        </p:txBody>
      </p:sp>
      <p:sp>
        <p:nvSpPr>
          <p:cNvPr id="3" name="Text Placeholder 2"/>
          <p:cNvSpPr>
            <a:spLocks noGrp="1"/>
          </p:cNvSpPr>
          <p:nvPr>
            <p:ph type="body" idx="11" sz="quarter"/>
          </p:nvPr>
        </p:nvSpPr>
        <p:spPr/>
        <p:txBody>
          <a:bodyPr/>
          <a:lstStyle/>
          <a:p>
            <a:pPr>
              <a:defRPr sz="1200"/>
            </a:pPr>
            <a:r>
              <a:t>Operational Excellence — Migration séquencée et prévisible. Rollback trivial (VM toujours disponible). Moins de changements simultanés.</a:t>
            </a:r>
          </a:p>
          <a:p>
            <a:pPr>
              <a:defRPr sz="1200"/>
            </a:pPr>
            <a:r>
              <a:t>Security — Identique Scénarios A et B. Pas de VPN = surface d’attaque réduite en 2027.</a:t>
            </a:r>
          </a:p>
          <a:p>
            <a:pPr>
              <a:defRPr sz="1200"/>
            </a:pPr>
            <a:r>
              <a:t>Reliability — VM = SPOF pendant 18 mois. Panorama sans HA. Risque accepté car infrastructure actuelle est déjà dans cet état.</a:t>
            </a:r>
          </a:p>
          <a:p>
            <a:pPr>
              <a:defRPr sz="1200"/>
            </a:pPr>
            <a:r>
              <a:t>Performance — Lambda hors VPC en 2027 = meilleure performance de tous les scénarios. Cold start minimal, pas de surcoût ENI.</a:t>
            </a:r>
          </a:p>
          <a:p>
            <a:pPr>
              <a:defRPr sz="1200"/>
            </a:pPr>
            <a:r>
              <a:t>Cost Optimization — Coût AWS final identique au Scénario B (~$180-300/mois). Coût on-prem continu plus longtemps. Budget heures le plus confortable.</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Matrice comparative des scénarios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Matrice comparative des scénarios</a:t>
            </a:r>
          </a:p>
        </p:txBody>
      </p:sp>
      <p:sp>
        <p:nvSpPr>
          <p:cNvPr id="3" name="Text Placeholder 2"/>
          <p:cNvSpPr>
            <a:spLocks noGrp="1"/>
          </p:cNvSpPr>
          <p:nvPr>
            <p:ph type="body" idx="11" sz="quarter"/>
          </p:nvPr>
        </p:nvSpPr>
        <p:spPr/>
        <p:txBody>
          <a:bodyPr/>
          <a:lstStyle/>
          <a:p>
            <a:pPr>
              <a:defRPr sz="1200"/>
            </a:pPr>
            <a:r>
              <a:t>Ci-dessous une comparaison structurée des trois scénarios de migration pour faciliter la prise de décision.</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Tableau comparatif</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Alignement Well-Architected par scenario</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Synthèse avantages / inconvénients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Recommandation</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Recommandation</a:t>
            </a:r>
          </a:p>
        </p:txBody>
      </p:sp>
      <p:sp>
        <p:nvSpPr>
          <p:cNvPr id="3" name="Text Placeholder 2"/>
          <p:cNvSpPr>
            <a:spLocks noGrp="1"/>
          </p:cNvSpPr>
          <p:nvPr>
            <p:ph type="body" idx="11" sz="quarter"/>
          </p:nvPr>
        </p:nvSpPr>
        <p:spPr/>
        <p:txBody>
          <a:bodyPr/>
          <a:lstStyle/>
          <a:p>
            <a:pPr>
              <a:defRPr sz="1200"/>
            </a:pPr>
            <a:r>
              <a:t>Le Scénario B offre le meilleur équilibre entre modernisation, risque et coût. Voici les arguments :</a:t>
            </a:r>
          </a:p>
          <a:p>
            <a:pPr>
              <a:defRPr sz="1200"/>
            </a:pPr>
            <a:r>
              <a:t>Risque maitrisé : La Phase 1 migre 10 scripts sans risque (indépendants de Lyft, hors VPC). La Phase 2 utilise le Shadow Mode avec rollback &lt; 5 min via AppConfig.</a:t>
            </a:r>
          </a:p>
          <a:p>
            <a:pPr>
              <a:defRPr sz="1200"/>
            </a:pPr>
            <a:r>
              <a:t>Pas de VPN : Élimine la complexité réseau du Scénario A (Lambda dans VPC, cold start ENI, VPN site-to-site).</a:t>
            </a:r>
          </a:p>
          <a:p>
            <a:pPr>
              <a:defRPr sz="1200"/>
            </a:pPr>
            <a:r>
              <a:t>Modernisation progressive : Contrairement au Scénario C, BIXI bénéficie dès la Phase 1 des avantages AWS (Lambda, EventBridge, monitoring) pour la moitié des scripts.</a:t>
            </a:r>
          </a:p>
          <a:p>
            <a:pPr>
              <a:defRPr sz="1200"/>
            </a:pPr>
            <a:r>
              <a:t>Coût optimal : 177,56 $/mois — intermédiaire entre A (223,56 $) et C (165,91 $), sans les surcouts VPN/provisioned concurrency.</a:t>
            </a:r>
          </a:p>
          <a:p>
            <a:pPr>
              <a:defRPr sz="1200"/>
            </a:pPr>
            <a:r>
              <a:t>Shadow Mode unique : Seul scénario avec une stratégie de validation en production réelle avant bascule. Comparaison fiable (mêmes APIs Helium pour VM et Lambda).</a:t>
            </a:r>
          </a:p>
          <a:p>
            <a:pPr>
              <a:defRPr sz="1200"/>
            </a:pPr>
            <a:r>
              <a:t>Hors saison : Les scripts critiques (swap_bat, block_bikes) sont migrés hors saison BIXI, réduisant le risque opérationnel.</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Critères de décision pour BIXI</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Critères de décision pour BIXI</a:t>
            </a:r>
          </a:p>
        </p:txBody>
      </p:sp>
      <p:sp>
        <p:nvSpPr>
          <p:cNvPr id="3" name="Text Placeholder 2"/>
          <p:cNvSpPr>
            <a:spLocks noGrp="1"/>
          </p:cNvSpPr>
          <p:nvPr>
            <p:ph type="body" idx="11" sz="quarter"/>
          </p:nvPr>
        </p:nvSpPr>
        <p:spPr/>
        <p:txBody>
          <a:bodyPr/>
          <a:lstStyle/>
          <a:p>
            <a:pPr>
              <a:defRPr sz="1200"/>
            </a:pPr>
            <a:r>
              <a:t>Le choix du scénario dépend des priorités de BIXI. Voici les questions clés :</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Observabilité (Logs, Métriques, Alertes)</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Observabilité (Logs, Métriques, Alertes)</a:t>
            </a:r>
          </a:p>
        </p:txBody>
      </p:sp>
      <p:sp>
        <p:nvSpPr>
          <p:cNvPr id="3" name="Text Placeholder 2"/>
          <p:cNvSpPr>
            <a:spLocks noGrp="1"/>
          </p:cNvSpPr>
          <p:nvPr>
            <p:ph type="body" idx="11" sz="quarter"/>
          </p:nvPr>
        </p:nvSpPr>
        <p:spPr/>
        <p:txBody>
          <a:bodyPr/>
          <a:lstStyle/>
          <a:p>
            <a:pPr>
              <a:defRPr sz="1200"/>
            </a:pPr>
            <a:r>
              <a:t>Le monitoring actuel repose principalement sur des pings/heartbeats en fin de run et des alertes PagerDuty en cas de crash. Aucune métrique custom CloudWatch, aucun dashboard, aucune alarme CloudWatch ne sont configurés(ça reste une hypothèse jusqu'au vérification sur les comptes AWS). Seul swap_bat_v3 mesure sa durée d’exécution.</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Recommandations des métriques d’observabilité</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Recommandations des métriques d’observabilité (1)</a:t>
            </a:r>
          </a:p>
        </p:txBody>
      </p:sp>
      <p:sp>
        <p:nvSpPr>
          <p:cNvPr id="3" name="Text Placeholder 2"/>
          <p:cNvSpPr>
            <a:spLocks noGrp="1"/>
          </p:cNvSpPr>
          <p:nvPr>
            <p:ph type="body" idx="11" sz="quarter"/>
          </p:nvPr>
        </p:nvSpPr>
        <p:spPr/>
        <p:txBody>
          <a:bodyPr/>
          <a:lstStyle/>
          <a:p>
            <a:pPr>
              <a:defRPr sz="1200"/>
            </a:pPr>
            <a:r>
              <a:t>Métriques d’exécution des scripts : (priorité haute)</a:t>
            </a:r>
          </a:p>
          <a:p>
            <a:pPr>
              <a:defRPr sz="1200"/>
            </a:pPr>
            <a:r>
              <a:t>Durée d’exécution par script : Seul swap_bat_v3 le fait aujourd’hui via get_run_duration(). À généraliser aux 20 scripts.</a:t>
            </a:r>
          </a:p>
          <a:p>
            <a:pPr>
              <a:defRPr sz="1200"/>
            </a:pPr>
            <a:r>
              <a:t>Taux de succès/échec par script : Ratio runs OK vs crashes sur une fenêtre glissante (1h, 24h).</a:t>
            </a:r>
          </a:p>
          <a:p>
            <a:pPr>
              <a:defRPr sz="1200"/>
            </a:pPr>
            <a:r>
              <a:t>Nombre d’actions prises par run : Plusieurs scripts loggent déjà des compteurs : swap_bat (created, updated, cancelled), sonic_sync (create, update, delete, connect, disconnect), trailer_rebalancing (tasks_count), lost (decommissioned_bikes_count). =&gt; Ces valeurs peuvent devenir des métriques CloudWatch via Metric Filters.</a:t>
            </a:r>
          </a:p>
          <a:p>
            <a:pPr>
              <a:defRPr sz="1200"/>
            </a:pPr>
            <a:r>
              <a:t>Nombre d’erreurs non-critiques par run : Les warnings PagerDuty qui ne crashent pas le script mais indiquent un problème.</a:t>
            </a:r>
          </a:p>
          <a:p>
            <a:pPr>
              <a:defRPr sz="1200"/>
            </a:pPr>
            <a:r>
              <a:t>Métriques métier :(valeur opérationnelle)</a:t>
            </a:r>
          </a:p>
          <a:p>
            <a:pPr>
              <a:defRPr sz="1200"/>
            </a:pPr>
            <a:r>
              <a:t>Vélos en attente de swap batterie : swap_bat : planned_task_count, waiting_count, in_charge_count (déjà loggé, juste à publier comme métrique).</a:t>
            </a:r>
          </a:p>
          <a:p>
            <a:pPr>
              <a:defRPr sz="1200"/>
            </a:pPr>
            <a:r>
              <a:t>Tickets BIU traités par run : biu_bot script.</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Recommandations des métriques d’observabilité (2)</a:t>
            </a:r>
          </a:p>
        </p:txBody>
      </p:sp>
      <p:sp>
        <p:nvSpPr>
          <p:cNvPr id="3" name="Text Placeholder 2"/>
          <p:cNvSpPr>
            <a:spLocks noGrp="1"/>
          </p:cNvSpPr>
          <p:nvPr>
            <p:ph type="body" idx="11" sz="quarter"/>
          </p:nvPr>
        </p:nvSpPr>
        <p:spPr/>
        <p:txBody>
          <a:bodyPr/>
          <a:lstStyle/>
          <a:p>
            <a:pPr>
              <a:defRPr sz="1200"/>
            </a:pPr>
            <a:r>
              <a:t>Tâches Progression créées/fermées par run : trailer_rebalancing, velobr, station_pb.</a:t>
            </a:r>
          </a:p>
          <a:p>
            <a:pPr>
              <a:defRPr sz="1200"/>
            </a:pPr>
            <a:r>
              <a:t>Nombre de vélos bloqués : block_bikes_v2.</a:t>
            </a:r>
          </a:p>
          <a:p>
            <a:pPr>
              <a:defRPr sz="1200"/>
            </a:pPr>
            <a:r>
              <a:t>Métriques de ressources :(pour la migration Lambda)</a:t>
            </a:r>
          </a:p>
          <a:p>
            <a:pPr>
              <a:defRPr sz="1200"/>
            </a:pPr>
            <a:r>
              <a:t>Mémoire utilisée : Pic par exécution. Critique pour dimensionner les Lambda (128 MB, 256 MB, 512 MB).</a:t>
            </a:r>
          </a:p>
          <a:p>
            <a:pPr>
              <a:defRPr sz="1200"/>
            </a:pPr>
            <a:r>
              <a:t>Latence des appels API externes : Lyft, Progression, Samsara. Pour détecter les dégradations côté fournisseur.</a:t>
            </a:r>
          </a:p>
          <a:p>
            <a:pPr>
              <a:defRPr sz="1200"/>
            </a:pPr>
            <a:r>
              <a:t>Volume de données traitées : Nombre de lignes dans les DataFrames. Indicateur de charge.</a:t>
            </a:r>
          </a:p>
          <a:p>
            <a:pPr>
              <a:defRPr sz="1200"/>
            </a:pPr>
            <a:r>
              <a:t>Métriques Panorama :</a:t>
            </a:r>
          </a:p>
          <a:p>
            <a:pPr>
              <a:defRPr sz="1200"/>
            </a:pPr>
            <a:r>
              <a:t>Temps de réponse des 18 endpoints backend.</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Recommandations des métriques d’observabilité (3)</a:t>
            </a:r>
          </a:p>
        </p:txBody>
      </p:sp>
      <p:sp>
        <p:nvSpPr>
          <p:cNvPr id="3" name="Text Placeholder 2"/>
          <p:cNvSpPr>
            <a:spLocks noGrp="1"/>
          </p:cNvSpPr>
          <p:nvPr>
            <p:ph type="body" idx="11" sz="quarter"/>
          </p:nvPr>
        </p:nvSpPr>
        <p:spPr/>
        <p:txBody>
          <a:bodyPr/>
          <a:lstStyle/>
          <a:p>
            <a:pPr>
              <a:defRPr sz="1200"/>
            </a:pPr>
            <a:r>
              <a:t>Taux d’erreur HTTP : 5xx (erreurs serveur), 4xx (erreurs client).</a:t>
            </a:r>
          </a:p>
          <a:p>
            <a:pPr>
              <a:defRPr sz="1200"/>
            </a:pPr>
            <a:r>
              <a:t>Connexions actives aux bases de données (MySQL, Snowflake).</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Approche d’implémentation recommandée</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Approche d’implémentation recommandée</a:t>
            </a:r>
          </a:p>
        </p:txBody>
      </p:sp>
      <p:sp>
        <p:nvSpPr>
          <p:cNvPr id="3" name="Text Placeholder 2"/>
          <p:cNvSpPr>
            <a:spLocks noGrp="1"/>
          </p:cNvSpPr>
          <p:nvPr>
            <p:ph type="body" idx="11" sz="quarter"/>
          </p:nvPr>
        </p:nvSpPr>
        <p:spPr/>
        <p:txBody>
          <a:bodyPr/>
          <a:lstStyle/>
          <a:p>
            <a:pPr>
              <a:defRPr sz="1200"/>
            </a:pPr>
            <a:r>
              <a:t>Phase 1 — Quick win (sans modifier le code)</a:t>
            </a:r>
          </a:p>
          <a:p>
            <a:pPr>
              <a:defRPr sz="1200"/>
            </a:pPr>
            <a:r>
              <a:t>Phase 2 — Modification légère du code</a:t>
            </a:r>
          </a:p>
          <a:p>
            <a:pPr>
              <a:defRPr sz="1200"/>
            </a:pPr>
            <a:r>
              <a:t>Phase 3 — Post-migration Lambda</a:t>
            </a:r>
          </a:p>
        </p:txBody>
      </p:sp>
    </p:spTree>
  </p:cSld>
  <p:clrMapOvr>
    <a:masterClrMapping/>
  </p:clrMapOvr>
</p:sld>
</file>

<file path=ppt/theme/theme1.xml><?xml version="1.0" encoding="utf-8"?>
<a:theme xmlns:a="http://schemas.openxmlformats.org/drawingml/2006/main" name="Office Theme">
  <a:themeElements>
    <a:clrScheme name="Allithya palette 2024">
      <a:dk1>
        <a:srgbClr val="002957"/>
      </a:dk1>
      <a:lt1>
        <a:srgbClr val="FFFFFF"/>
      </a:lt1>
      <a:dk2>
        <a:srgbClr val="002957"/>
      </a:dk2>
      <a:lt2>
        <a:srgbClr val="E7E6E6"/>
      </a:lt2>
      <a:accent1>
        <a:srgbClr val="1F96E3"/>
      </a:accent1>
      <a:accent2>
        <a:srgbClr val="C9ED21"/>
      </a:accent2>
      <a:accent3>
        <a:srgbClr val="798FAB"/>
      </a:accent3>
      <a:accent4>
        <a:srgbClr val="146EA8"/>
      </a:accent4>
      <a:accent5>
        <a:srgbClr val="002857"/>
      </a:accent5>
      <a:accent6>
        <a:srgbClr val="C6CFDC"/>
      </a:accent6>
      <a:hlink>
        <a:srgbClr val="1F96E3"/>
      </a:hlink>
      <a:folHlink>
        <a:srgbClr val="1F96E3"/>
      </a:folHlink>
    </a:clrScheme>
    <a:fontScheme name="Test">
      <a:majorFont>
        <a:latin typeface="Poppins Light"/>
        <a:ea typeface=""/>
        <a:cs typeface=""/>
      </a:majorFont>
      <a:minorFont>
        <a:latin typeface="Poppi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marL="182880" indent="-182880" algn="l" rtl="0">
          <a:spcBef>
            <a:spcPts val="600"/>
          </a:spcBef>
          <a:buClr>
            <a:srgbClr val="1F96E3"/>
          </a:buClr>
          <a:buSzPct val="120000"/>
          <a:buFont typeface="Poppins" panose="00000500000000000000" pitchFamily="2" charset="0"/>
          <a:buChar char="⁄"/>
          <a:defRPr kern="1200" dirty="0" err="1">
            <a:solidFill>
              <a:srgbClr val="002957"/>
            </a:solidFill>
            <a:latin typeface="Poppins Light"/>
            <a:ea typeface="+mn-ea"/>
            <a:cs typeface="+mn-cs"/>
          </a:defRPr>
        </a:defPPr>
      </a:lstStyle>
    </a:txDef>
  </a:objectDefaults>
  <a:extraClrSchemeLst/>
  <a:extLst>
    <a:ext uri="{05A4C25C-085E-4340-85A3-A5531E510DB2}">
      <thm15:themeFamily xmlns:thm15="http://schemas.microsoft.com/office/thememl/2012/main" name="Alithya PPT template light 10-25" id="{00B4A2D1-EEDB-AE4F-A9FE-9877AA6AC266}" vid="{6F9E098C-52DC-6043-A101-AF807CE990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B06DE1FB3D21B42A343A805556EFF43" ma:contentTypeVersion="9" ma:contentTypeDescription="Create a new document." ma:contentTypeScope="" ma:versionID="4a3779a95a6b4bdc81f0151a3a7f0b25">
  <xsd:schema xmlns:xsd="http://www.w3.org/2001/XMLSchema" xmlns:xs="http://www.w3.org/2001/XMLSchema" xmlns:p="http://schemas.microsoft.com/office/2006/metadata/properties" xmlns:ns2="bdd94579-cdf9-4059-a3ce-96f8acf6cc82" xmlns:ns3="dc1728da-f444-486a-8920-6475759f89a9" targetNamespace="http://schemas.microsoft.com/office/2006/metadata/properties" ma:root="true" ma:fieldsID="2c63c2b365915b0cb88bd4ce14400897" ns2:_="" ns3:_="">
    <xsd:import namespace="bdd94579-cdf9-4059-a3ce-96f8acf6cc82"/>
    <xsd:import namespace="dc1728da-f444-486a-8920-6475759f89a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d94579-cdf9-4059-a3ce-96f8acf6cc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55bf7c4-1c5d-4d4a-9c64-4c52f9630240"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1728da-f444-486a-8920-6475759f89a9"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01603815-6f79-4327-8409-c49456b0be6f}" ma:internalName="TaxCatchAll" ma:showField="CatchAllData" ma:web="dc1728da-f444-486a-8920-6475759f89a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dd94579-cdf9-4059-a3ce-96f8acf6cc82">
      <Terms xmlns="http://schemas.microsoft.com/office/infopath/2007/PartnerControls"/>
    </lcf76f155ced4ddcb4097134ff3c332f>
    <TaxCatchAll xmlns="dc1728da-f444-486a-8920-6475759f89a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7E2C2C8-BA4B-4036-93F9-46D31DFF8740}"/>
</file>

<file path=customXml/itemProps2.xml><?xml version="1.0" encoding="utf-8"?>
<ds:datastoreItem xmlns:ds="http://schemas.openxmlformats.org/officeDocument/2006/customXml" ds:itemID="{1D17790D-6B76-4004-BF9E-F7EF58F32E38}">
  <ds:schemaRefs>
    <ds:schemaRef ds:uri="http://schemas.microsoft.com/office/infopath/2007/PartnerControls"/>
    <ds:schemaRef ds:uri="http://schemas.microsoft.com/office/2006/metadata/properties"/>
    <ds:schemaRef ds:uri="http://purl.org/dc/elements/1.1/"/>
    <ds:schemaRef ds:uri="http://purl.org/dc/dcmitype/"/>
    <ds:schemaRef ds:uri="http://schemas.microsoft.com/office/2006/documentManagement/types"/>
    <ds:schemaRef ds:uri="http://schemas.openxmlformats.org/package/2006/metadata/core-properties"/>
    <ds:schemaRef ds:uri="http://purl.org/dc/terms/"/>
    <ds:schemaRef ds:uri="f8bd677a-7da4-4343-abb0-704e6f5e90f0"/>
    <ds:schemaRef ds:uri="http://www.w3.org/XML/1998/namespace"/>
  </ds:schemaRefs>
</ds:datastoreItem>
</file>

<file path=customXml/itemProps3.xml><?xml version="1.0" encoding="utf-8"?>
<ds:datastoreItem xmlns:ds="http://schemas.openxmlformats.org/officeDocument/2006/customXml" ds:itemID="{ACC2DD64-686E-4F7B-91CB-18B760C6C51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256</TotalTime>
  <Words>194</Words>
  <Application>Microsoft Macintosh PowerPoint</Application>
  <PresentationFormat>Widescreen</PresentationFormat>
  <Paragraphs>40</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Poppins</vt:lpstr>
      <vt:lpstr>Poppins Light</vt:lpstr>
      <vt:lpstr>Poppins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Lorem ipsum odlor sette amet</vt:lpstr>
      <vt:lpstr>Lorem ipsum odlor sette amet</vt:lpstr>
      <vt:lpstr>Agenda</vt:lpstr>
      <vt:lpstr>Agenda</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Sandra Campbell</dc:creator>
  <cp:lastModifiedBy>Sandra Campbell</cp:lastModifiedBy>
  <cp:revision>2</cp:revision>
  <dcterms:created xsi:type="dcterms:W3CDTF">2025-09-30T14:07:07Z</dcterms:created>
  <dcterms:modified xsi:type="dcterms:W3CDTF">2025-09-30T20:47:13Z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2023-03-12T00:00:00Z</vt:filetime>
  </property>
  <property fmtid="{D5CDD505-2E9C-101B-9397-08002B2CF9AE}" pid="3" name="Creator">
    <vt:lpwstr>Adobe InDesign 18.1 (Macintosh)</vt:lpwstr>
  </property>
  <property fmtid="{D5CDD505-2E9C-101B-9397-08002B2CF9AE}" pid="4" name="LastSaved">
    <vt:filetime>2023-03-12T00:00:00Z</vt:filetime>
  </property>
  <property fmtid="{D5CDD505-2E9C-101B-9397-08002B2CF9AE}" pid="5" name="Producer">
    <vt:lpwstr>Adobe PDF Library 17.0</vt:lpwstr>
  </property>
  <property fmtid="{D5CDD505-2E9C-101B-9397-08002B2CF9AE}" pid="6" name="ContentTypeId">
    <vt:lpwstr>0x0101004B06DE1FB3D21B42A343A805556EFF43</vt:lpwstr>
  </property>
  <property fmtid="{D5CDD505-2E9C-101B-9397-08002B2CF9AE}" pid="7" name="MediaServiceImageTags">
    <vt:lpwstr/>
  </property>
</Properties>
</file>